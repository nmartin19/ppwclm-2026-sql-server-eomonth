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50" r:id="rId1"/>
  </p:sldMasterIdLst>
  <p:notesMasterIdLst>
    <p:notesMasterId r:id="rId24"/>
  </p:notesMasterIdLst>
  <p:sldIdLst>
    <p:sldId id="285" r:id="rId2"/>
    <p:sldId id="257" r:id="rId3"/>
    <p:sldId id="258" r:id="rId4"/>
    <p:sldId id="286" r:id="rId5"/>
    <p:sldId id="291" r:id="rId6"/>
    <p:sldId id="260" r:id="rId7"/>
    <p:sldId id="268" r:id="rId8"/>
    <p:sldId id="288" r:id="rId9"/>
    <p:sldId id="261" r:id="rId10"/>
    <p:sldId id="264" r:id="rId11"/>
    <p:sldId id="265" r:id="rId12"/>
    <p:sldId id="269" r:id="rId13"/>
    <p:sldId id="290" r:id="rId14"/>
    <p:sldId id="267" r:id="rId15"/>
    <p:sldId id="275" r:id="rId16"/>
    <p:sldId id="274" r:id="rId17"/>
    <p:sldId id="256" r:id="rId18"/>
    <p:sldId id="292" r:id="rId19"/>
    <p:sldId id="283" r:id="rId20"/>
    <p:sldId id="281" r:id="rId21"/>
    <p:sldId id="293" r:id="rId22"/>
    <p:sldId id="262" r:id="rId23"/>
  </p:sldIdLst>
  <p:sldSz cx="18288000" cy="10287000"/>
  <p:notesSz cx="10287000" cy="18288000"/>
  <p:embeddedFontLst>
    <p:embeddedFont>
      <p:font typeface="JetBrains Mono" panose="02000009000000000000" pitchFamily="49" charset="0"/>
      <p:regular r:id="rId25"/>
      <p:bold r:id="rId26"/>
      <p:italic r:id="rId27"/>
      <p:boldItalic r:id="rId28"/>
    </p:embeddedFont>
    <p:embeddedFont>
      <p:font typeface="Montserrat Black" panose="00000A00000000000000" pitchFamily="2" charset="0"/>
      <p:bold r:id="rId29"/>
    </p:embeddedFont>
    <p:embeddedFont>
      <p:font typeface="Montserrat Medium" panose="00000600000000000000" pitchFamily="2" charset="0"/>
      <p:regular r:id="rId30"/>
    </p:embeddedFont>
    <p:embeddedFont>
      <p:font typeface="Outfit" pitchFamily="2" charset="0"/>
      <p:regular r:id="rId31"/>
      <p:bold r:id="rId32"/>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F3EE"/>
    <a:srgbClr val="4E2D7C"/>
    <a:srgbClr val="5A4300"/>
    <a:srgbClr val="217A46"/>
    <a:srgbClr val="8A5A00"/>
    <a:srgbClr val="A12B2B"/>
    <a:srgbClr val="F9DEDE"/>
    <a:srgbClr val="FFF0C7"/>
    <a:srgbClr val="E4F3E8"/>
    <a:srgbClr val="FFF7D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6679ED5-CB14-4A43-9EF7-E7A2A69E3020}" v="19" dt="2026-09-12T18:56:36.251"/>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snapToObjects="1">
      <p:cViewPr varScale="1">
        <p:scale>
          <a:sx n="70" d="100"/>
          <a:sy n="70" d="100"/>
        </p:scale>
        <p:origin x="77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21" Type="http://schemas.openxmlformats.org/officeDocument/2006/relationships/slide" Target="slides/slide20.xml"/><Relationship Id="rId3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presProps" Target="presProps.xml"/><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úl Vinuesa Arjona" userId="bae2613c96c1f2f2" providerId="LiveId" clId="{DE473D92-D238-4412-B20C-491BD2EFD54C}"/>
    <pc:docChg chg="custSel modSld">
      <pc:chgData name="Raúl Vinuesa Arjona" userId="bae2613c96c1f2f2" providerId="LiveId" clId="{DE473D92-D238-4412-B20C-491BD2EFD54C}" dt="2026-08-27T07:57:31.938" v="147" actId="20577"/>
      <pc:docMkLst>
        <pc:docMk/>
      </pc:docMkLst>
      <pc:sldChg chg="modSp mod">
        <pc:chgData name="Raúl Vinuesa Arjona" userId="bae2613c96c1f2f2" providerId="LiveId" clId="{DE473D92-D238-4412-B20C-491BD2EFD54C}" dt="2026-08-26T06:01:59.508" v="130" actId="1076"/>
        <pc:sldMkLst>
          <pc:docMk/>
          <pc:sldMk cId="0" sldId="256"/>
        </pc:sldMkLst>
        <pc:spChg chg="mod">
          <ac:chgData name="Raúl Vinuesa Arjona" userId="bae2613c96c1f2f2" providerId="LiveId" clId="{DE473D92-D238-4412-B20C-491BD2EFD54C}" dt="2026-08-26T05:50:23.014" v="0" actId="255"/>
          <ac:spMkLst>
            <pc:docMk/>
            <pc:sldMk cId="0" sldId="256"/>
            <ac:spMk id="5" creationId="{00000000-0000-0000-0000-000000000000}"/>
          </ac:spMkLst>
        </pc:spChg>
        <pc:spChg chg="mod">
          <ac:chgData name="Raúl Vinuesa Arjona" userId="bae2613c96c1f2f2" providerId="LiveId" clId="{DE473D92-D238-4412-B20C-491BD2EFD54C}" dt="2026-08-26T05:51:07.749" v="26" actId="20577"/>
          <ac:spMkLst>
            <pc:docMk/>
            <pc:sldMk cId="0" sldId="256"/>
            <ac:spMk id="9" creationId="{00000000-0000-0000-0000-000000000000}"/>
          </ac:spMkLst>
        </pc:spChg>
        <pc:picChg chg="mod">
          <ac:chgData name="Raúl Vinuesa Arjona" userId="bae2613c96c1f2f2" providerId="LiveId" clId="{DE473D92-D238-4412-B20C-491BD2EFD54C}" dt="2026-08-26T06:01:59.508" v="130" actId="1076"/>
          <ac:picMkLst>
            <pc:docMk/>
            <pc:sldMk cId="0" sldId="256"/>
            <ac:picMk id="4" creationId="{00000000-0000-0000-0000-000000000000}"/>
          </ac:picMkLst>
        </pc:picChg>
      </pc:sldChg>
      <pc:sldChg chg="addSp delSp mod">
        <pc:chgData name="Raúl Vinuesa Arjona" userId="bae2613c96c1f2f2" providerId="LiveId" clId="{DE473D92-D238-4412-B20C-491BD2EFD54C}" dt="2026-08-26T06:02:50.487" v="132" actId="478"/>
        <pc:sldMkLst>
          <pc:docMk/>
          <pc:sldMk cId="0" sldId="258"/>
        </pc:sldMkLst>
        <pc:picChg chg="add">
          <ac:chgData name="Raúl Vinuesa Arjona" userId="bae2613c96c1f2f2" providerId="LiveId" clId="{DE473D92-D238-4412-B20C-491BD2EFD54C}" dt="2026-08-26T06:02:48.430" v="131" actId="22"/>
          <ac:picMkLst>
            <pc:docMk/>
            <pc:sldMk cId="0" sldId="258"/>
            <ac:picMk id="14" creationId="{616ED0CC-5FBC-4F90-4BFC-97C588BEE7B2}"/>
          </ac:picMkLst>
        </pc:picChg>
      </pc:sldChg>
      <pc:sldChg chg="addSp delSp modSp mod">
        <pc:chgData name="Raúl Vinuesa Arjona" userId="bae2613c96c1f2f2" providerId="LiveId" clId="{DE473D92-D238-4412-B20C-491BD2EFD54C}" dt="2026-08-27T07:57:31.938" v="147" actId="20577"/>
        <pc:sldMkLst>
          <pc:docMk/>
          <pc:sldMk cId="0" sldId="259"/>
        </pc:sldMkLst>
        <pc:spChg chg="add mod">
          <ac:chgData name="Raúl Vinuesa Arjona" userId="bae2613c96c1f2f2" providerId="LiveId" clId="{DE473D92-D238-4412-B20C-491BD2EFD54C}" dt="2026-08-26T06:00:06.077" v="125" actId="207"/>
          <ac:spMkLst>
            <pc:docMk/>
            <pc:sldMk cId="0" sldId="259"/>
            <ac:spMk id="25" creationId="{E6D218A4-F8C5-87B9-C7D6-6A996E16CBAB}"/>
          </ac:spMkLst>
        </pc:spChg>
        <pc:spChg chg="add mod">
          <ac:chgData name="Raúl Vinuesa Arjona" userId="bae2613c96c1f2f2" providerId="LiveId" clId="{DE473D92-D238-4412-B20C-491BD2EFD54C}" dt="2026-08-26T05:58:35.686" v="97" actId="1076"/>
          <ac:spMkLst>
            <pc:docMk/>
            <pc:sldMk cId="0" sldId="259"/>
            <ac:spMk id="33" creationId="{F74EFA52-34BD-7DCC-E9DF-98B9BF59A2C7}"/>
          </ac:spMkLst>
        </pc:spChg>
        <pc:spChg chg="add mod">
          <ac:chgData name="Raúl Vinuesa Arjona" userId="bae2613c96c1f2f2" providerId="LiveId" clId="{DE473D92-D238-4412-B20C-491BD2EFD54C}" dt="2026-08-26T05:59:00.453" v="106" actId="1076"/>
          <ac:spMkLst>
            <pc:docMk/>
            <pc:sldMk cId="0" sldId="259"/>
            <ac:spMk id="35" creationId="{55C46E22-29A9-BA26-2A48-A77D731C4D19}"/>
          </ac:spMkLst>
        </pc:spChg>
        <pc:spChg chg="add mod">
          <ac:chgData name="Raúl Vinuesa Arjona" userId="bae2613c96c1f2f2" providerId="LiveId" clId="{DE473D92-D238-4412-B20C-491BD2EFD54C}" dt="2026-08-27T07:57:31.938" v="147" actId="20577"/>
          <ac:spMkLst>
            <pc:docMk/>
            <pc:sldMk cId="0" sldId="259"/>
            <ac:spMk id="37" creationId="{63F59BF3-57A8-8FE3-A916-D8B5358FEE80}"/>
          </ac:spMkLst>
        </pc:spChg>
        <pc:picChg chg="add mod">
          <ac:chgData name="Raúl Vinuesa Arjona" userId="bae2613c96c1f2f2" providerId="LiveId" clId="{DE473D92-D238-4412-B20C-491BD2EFD54C}" dt="2026-08-27T07:57:29.110" v="146" actId="14100"/>
          <ac:picMkLst>
            <pc:docMk/>
            <pc:sldMk cId="0" sldId="259"/>
            <ac:picMk id="5" creationId="{EF6524BD-69C2-935D-B56F-4AA62EE18DC9}"/>
          </ac:picMkLst>
        </pc:picChg>
        <pc:picChg chg="add">
          <ac:chgData name="Raúl Vinuesa Arjona" userId="bae2613c96c1f2f2" providerId="LiveId" clId="{DE473D92-D238-4412-B20C-491BD2EFD54C}" dt="2026-08-26T05:51:55.378" v="28" actId="22"/>
          <ac:picMkLst>
            <pc:docMk/>
            <pc:sldMk cId="0" sldId="259"/>
            <ac:picMk id="23" creationId="{6CBEFDE4-B818-F6DC-C34B-6163855F5695}"/>
          </ac:picMkLst>
        </pc:picChg>
        <pc:picChg chg="add mod">
          <ac:chgData name="Raúl Vinuesa Arjona" userId="bae2613c96c1f2f2" providerId="LiveId" clId="{DE473D92-D238-4412-B20C-491BD2EFD54C}" dt="2026-08-26T05:57:31.456" v="73" actId="14100"/>
          <ac:picMkLst>
            <pc:docMk/>
            <pc:sldMk cId="0" sldId="259"/>
            <ac:picMk id="27" creationId="{345EC071-2965-8344-5861-29A5572CC536}"/>
          </ac:picMkLst>
        </pc:picChg>
        <pc:picChg chg="add mod">
          <ac:chgData name="Raúl Vinuesa Arjona" userId="bae2613c96c1f2f2" providerId="LiveId" clId="{DE473D92-D238-4412-B20C-491BD2EFD54C}" dt="2026-08-27T07:57:21.855" v="144" actId="1076"/>
          <ac:picMkLst>
            <pc:docMk/>
            <pc:sldMk cId="0" sldId="259"/>
            <ac:picMk id="29" creationId="{8A07A32D-102C-821F-780C-ADC962564E83}"/>
          </ac:picMkLst>
        </pc:picChg>
        <pc:picChg chg="add mod">
          <ac:chgData name="Raúl Vinuesa Arjona" userId="bae2613c96c1f2f2" providerId="LiveId" clId="{DE473D92-D238-4412-B20C-491BD2EFD54C}" dt="2026-08-26T05:57:27.659" v="72" actId="1076"/>
          <ac:picMkLst>
            <pc:docMk/>
            <pc:sldMk cId="0" sldId="259"/>
            <ac:picMk id="31" creationId="{55FB6B2E-F832-81E6-6921-8A72F5618B30}"/>
          </ac:picMkLst>
        </pc:picChg>
      </pc:sldChg>
      <pc:sldChg chg="addSp delSp mod">
        <pc:chgData name="Raúl Vinuesa Arjona" userId="bae2613c96c1f2f2" providerId="LiveId" clId="{DE473D92-D238-4412-B20C-491BD2EFD54C}" dt="2026-08-26T06:03:02.318" v="134" actId="22"/>
        <pc:sldMkLst>
          <pc:docMk/>
          <pc:sldMk cId="0" sldId="261"/>
        </pc:sldMkLst>
        <pc:picChg chg="add">
          <ac:chgData name="Raúl Vinuesa Arjona" userId="bae2613c96c1f2f2" providerId="LiveId" clId="{DE473D92-D238-4412-B20C-491BD2EFD54C}" dt="2026-08-26T06:03:02.318" v="134" actId="22"/>
          <ac:picMkLst>
            <pc:docMk/>
            <pc:sldMk cId="0" sldId="261"/>
            <ac:picMk id="15" creationId="{4CE05C8B-C54B-88BE-9612-5E015FC29430}"/>
          </ac:picMkLst>
        </pc:picChg>
      </pc:sldChg>
      <pc:sldChg chg="delSp modSp mod">
        <pc:chgData name="Raúl Vinuesa Arjona" userId="bae2613c96c1f2f2" providerId="LiveId" clId="{DE473D92-D238-4412-B20C-491BD2EFD54C}" dt="2026-08-26T06:03:26.792" v="137" actId="20577"/>
        <pc:sldMkLst>
          <pc:docMk/>
          <pc:sldMk cId="0" sldId="262"/>
        </pc:sldMkLst>
        <pc:spChg chg="mod">
          <ac:chgData name="Raúl Vinuesa Arjona" userId="bae2613c96c1f2f2" providerId="LiveId" clId="{DE473D92-D238-4412-B20C-491BD2EFD54C}" dt="2026-08-26T06:03:26.792" v="137" actId="20577"/>
          <ac:spMkLst>
            <pc:docMk/>
            <pc:sldMk cId="0" sldId="262"/>
            <ac:spMk id="5" creationId="{00000000-0000-0000-0000-000000000000}"/>
          </ac:spMkLst>
        </pc:spChg>
        <pc:spChg chg="mod">
          <ac:chgData name="Raúl Vinuesa Arjona" userId="bae2613c96c1f2f2" providerId="LiveId" clId="{DE473D92-D238-4412-B20C-491BD2EFD54C}" dt="2026-08-26T06:00:51.409" v="129" actId="20577"/>
          <ac:spMkLst>
            <pc:docMk/>
            <pc:sldMk cId="0" sldId="262"/>
            <ac:spMk id="8" creationId="{00000000-0000-0000-0000-000000000000}"/>
          </ac:spMkLst>
        </pc:spChg>
      </pc:sldChg>
    </pc:docChg>
  </pc:docChgLst>
  <pc:docChgLst>
    <pc:chgData name="Juan ignacio martin viveros" userId="9a3e5fc19f0fa041" providerId="LiveId" clId="{6B84A49D-1ACE-4B32-9E9C-CD6CDF7836D4}"/>
    <pc:docChg chg="undo custSel addSld delSld modSld sldOrd">
      <pc:chgData name="Juan ignacio martin viveros" userId="9a3e5fc19f0fa041" providerId="LiveId" clId="{6B84A49D-1ACE-4B32-9E9C-CD6CDF7836D4}" dt="2026-09-12T19:27:24.856" v="3498" actId="122"/>
      <pc:docMkLst>
        <pc:docMk/>
      </pc:docMkLst>
      <pc:sldChg chg="modSp mod">
        <pc:chgData name="Juan ignacio martin viveros" userId="9a3e5fc19f0fa041" providerId="LiveId" clId="{6B84A49D-1ACE-4B32-9E9C-CD6CDF7836D4}" dt="2026-09-12T11:25:29.868" v="130" actId="27636"/>
        <pc:sldMkLst>
          <pc:docMk/>
          <pc:sldMk cId="0" sldId="256"/>
        </pc:sldMkLst>
        <pc:spChg chg="mod">
          <ac:chgData name="Juan ignacio martin viveros" userId="9a3e5fc19f0fa041" providerId="LiveId" clId="{6B84A49D-1ACE-4B32-9E9C-CD6CDF7836D4}" dt="2026-09-12T11:25:29.868" v="130" actId="27636"/>
          <ac:spMkLst>
            <pc:docMk/>
            <pc:sldMk cId="0" sldId="256"/>
            <ac:spMk id="6" creationId="{00000000-0000-0000-0000-000000000000}"/>
          </ac:spMkLst>
        </pc:spChg>
      </pc:sldChg>
      <pc:sldChg chg="addSp delSp modSp mod">
        <pc:chgData name="Juan ignacio martin viveros" userId="9a3e5fc19f0fa041" providerId="LiveId" clId="{6B84A49D-1ACE-4B32-9E9C-CD6CDF7836D4}" dt="2026-09-12T19:25:09.101" v="3468" actId="14100"/>
        <pc:sldMkLst>
          <pc:docMk/>
          <pc:sldMk cId="0" sldId="257"/>
        </pc:sldMkLst>
        <pc:spChg chg="mod">
          <ac:chgData name="Juan ignacio martin viveros" userId="9a3e5fc19f0fa041" providerId="LiveId" clId="{6B84A49D-1ACE-4B32-9E9C-CD6CDF7836D4}" dt="2026-09-12T12:20:10.937" v="851" actId="14100"/>
          <ac:spMkLst>
            <pc:docMk/>
            <pc:sldMk cId="0" sldId="257"/>
            <ac:spMk id="3" creationId="{00000000-0000-0000-0000-000000000000}"/>
          </ac:spMkLst>
        </pc:spChg>
        <pc:spChg chg="mod">
          <ac:chgData name="Juan ignacio martin viveros" userId="9a3e5fc19f0fa041" providerId="LiveId" clId="{6B84A49D-1ACE-4B32-9E9C-CD6CDF7836D4}" dt="2026-09-12T12:45:39.835" v="943" actId="20577"/>
          <ac:spMkLst>
            <pc:docMk/>
            <pc:sldMk cId="0" sldId="257"/>
            <ac:spMk id="7" creationId="{00000000-0000-0000-0000-000000000000}"/>
          </ac:spMkLst>
        </pc:spChg>
        <pc:spChg chg="mod">
          <ac:chgData name="Juan ignacio martin viveros" userId="9a3e5fc19f0fa041" providerId="LiveId" clId="{6B84A49D-1ACE-4B32-9E9C-CD6CDF7836D4}" dt="2026-09-12T14:50:05.334" v="1481" actId="14100"/>
          <ac:spMkLst>
            <pc:docMk/>
            <pc:sldMk cId="0" sldId="257"/>
            <ac:spMk id="8" creationId="{00000000-0000-0000-0000-000000000000}"/>
          </ac:spMkLst>
        </pc:spChg>
        <pc:spChg chg="mod">
          <ac:chgData name="Juan ignacio martin viveros" userId="9a3e5fc19f0fa041" providerId="LiveId" clId="{6B84A49D-1ACE-4B32-9E9C-CD6CDF7836D4}" dt="2026-09-12T19:25:09.101" v="3468" actId="14100"/>
          <ac:spMkLst>
            <pc:docMk/>
            <pc:sldMk cId="0" sldId="257"/>
            <ac:spMk id="11" creationId="{00000000-0000-0000-0000-000000000000}"/>
          </ac:spMkLst>
        </pc:spChg>
        <pc:spChg chg="mod">
          <ac:chgData name="Juan ignacio martin viveros" userId="9a3e5fc19f0fa041" providerId="LiveId" clId="{6B84A49D-1ACE-4B32-9E9C-CD6CDF7836D4}" dt="2026-09-12T14:52:03.867" v="1489" actId="1076"/>
          <ac:spMkLst>
            <pc:docMk/>
            <pc:sldMk cId="0" sldId="257"/>
            <ac:spMk id="12" creationId="{00000000-0000-0000-0000-000000000000}"/>
          </ac:spMkLst>
        </pc:spChg>
        <pc:spChg chg="mod">
          <ac:chgData name="Juan ignacio martin viveros" userId="9a3e5fc19f0fa041" providerId="LiveId" clId="{6B84A49D-1ACE-4B32-9E9C-CD6CDF7836D4}" dt="2026-09-12T12:44:06.798" v="870"/>
          <ac:spMkLst>
            <pc:docMk/>
            <pc:sldMk cId="0" sldId="257"/>
            <ac:spMk id="15" creationId="{00000000-0000-0000-0000-000000000000}"/>
          </ac:spMkLst>
        </pc:spChg>
        <pc:spChg chg="mod">
          <ac:chgData name="Juan ignacio martin viveros" userId="9a3e5fc19f0fa041" providerId="LiveId" clId="{6B84A49D-1ACE-4B32-9E9C-CD6CDF7836D4}" dt="2026-09-12T12:44:19.107" v="871"/>
          <ac:spMkLst>
            <pc:docMk/>
            <pc:sldMk cId="0" sldId="257"/>
            <ac:spMk id="16" creationId="{00000000-0000-0000-0000-000000000000}"/>
          </ac:spMkLst>
        </pc:spChg>
        <pc:spChg chg="mod">
          <ac:chgData name="Juan ignacio martin viveros" userId="9a3e5fc19f0fa041" providerId="LiveId" clId="{6B84A49D-1ACE-4B32-9E9C-CD6CDF7836D4}" dt="2026-09-12T12:11:43.791" v="844" actId="1076"/>
          <ac:spMkLst>
            <pc:docMk/>
            <pc:sldMk cId="0" sldId="257"/>
            <ac:spMk id="17" creationId="{00000000-0000-0000-0000-000000000000}"/>
          </ac:spMkLst>
        </pc:spChg>
        <pc:spChg chg="mod">
          <ac:chgData name="Juan ignacio martin viveros" userId="9a3e5fc19f0fa041" providerId="LiveId" clId="{6B84A49D-1ACE-4B32-9E9C-CD6CDF7836D4}" dt="2026-09-12T12:43:22.530" v="868"/>
          <ac:spMkLst>
            <pc:docMk/>
            <pc:sldMk cId="0" sldId="257"/>
            <ac:spMk id="20" creationId="{00000000-0000-0000-0000-000000000000}"/>
          </ac:spMkLst>
        </pc:spChg>
        <pc:spChg chg="mod">
          <ac:chgData name="Juan ignacio martin viveros" userId="9a3e5fc19f0fa041" providerId="LiveId" clId="{6B84A49D-1ACE-4B32-9E9C-CD6CDF7836D4}" dt="2026-09-12T13:00:54.097" v="1352" actId="20577"/>
          <ac:spMkLst>
            <pc:docMk/>
            <pc:sldMk cId="0" sldId="257"/>
            <ac:spMk id="21" creationId="{00000000-0000-0000-0000-000000000000}"/>
          </ac:spMkLst>
        </pc:spChg>
        <pc:spChg chg="add mod">
          <ac:chgData name="Juan ignacio martin viveros" userId="9a3e5fc19f0fa041" providerId="LiveId" clId="{6B84A49D-1ACE-4B32-9E9C-CD6CDF7836D4}" dt="2026-09-12T12:31:31.127" v="853" actId="1076"/>
          <ac:spMkLst>
            <pc:docMk/>
            <pc:sldMk cId="0" sldId="257"/>
            <ac:spMk id="24" creationId="{88C86E57-7CE0-0A39-8C83-762397BAE570}"/>
          </ac:spMkLst>
        </pc:spChg>
        <pc:spChg chg="add del">
          <ac:chgData name="Juan ignacio martin viveros" userId="9a3e5fc19f0fa041" providerId="LiveId" clId="{6B84A49D-1ACE-4B32-9E9C-CD6CDF7836D4}" dt="2026-09-12T12:31:47.220" v="855" actId="22"/>
          <ac:spMkLst>
            <pc:docMk/>
            <pc:sldMk cId="0" sldId="257"/>
            <ac:spMk id="26" creationId="{04A9C212-864D-B7E2-3D5F-B4F1A0A45C7C}"/>
          </ac:spMkLst>
        </pc:spChg>
        <pc:spChg chg="add mod">
          <ac:chgData name="Juan ignacio martin viveros" userId="9a3e5fc19f0fa041" providerId="LiveId" clId="{6B84A49D-1ACE-4B32-9E9C-CD6CDF7836D4}" dt="2026-09-12T12:31:57.207" v="859" actId="20577"/>
          <ac:spMkLst>
            <pc:docMk/>
            <pc:sldMk cId="0" sldId="257"/>
            <ac:spMk id="28" creationId="{79030DCE-CC11-8646-74EC-E379801631FB}"/>
          </ac:spMkLst>
        </pc:spChg>
        <pc:spChg chg="add mod">
          <ac:chgData name="Juan ignacio martin viveros" userId="9a3e5fc19f0fa041" providerId="LiveId" clId="{6B84A49D-1ACE-4B32-9E9C-CD6CDF7836D4}" dt="2026-09-12T12:58:00.874" v="1177" actId="20577"/>
          <ac:spMkLst>
            <pc:docMk/>
            <pc:sldMk cId="0" sldId="257"/>
            <ac:spMk id="30" creationId="{EF210FB2-0146-8C0A-49B5-B2CCCD4E543A}"/>
          </ac:spMkLst>
        </pc:spChg>
        <pc:spChg chg="add mod">
          <ac:chgData name="Juan ignacio martin viveros" userId="9a3e5fc19f0fa041" providerId="LiveId" clId="{6B84A49D-1ACE-4B32-9E9C-CD6CDF7836D4}" dt="2026-09-12T12:58:21.832" v="1284" actId="20577"/>
          <ac:spMkLst>
            <pc:docMk/>
            <pc:sldMk cId="0" sldId="257"/>
            <ac:spMk id="32" creationId="{5FCA6553-B53E-982E-A71D-D253316B024C}"/>
          </ac:spMkLst>
        </pc:spChg>
      </pc:sldChg>
      <pc:sldChg chg="addSp delSp modSp mod">
        <pc:chgData name="Juan ignacio martin viveros" userId="9a3e5fc19f0fa041" providerId="LiveId" clId="{6B84A49D-1ACE-4B32-9E9C-CD6CDF7836D4}" dt="2026-09-12T11:31:00.226" v="147"/>
        <pc:sldMkLst>
          <pc:docMk/>
          <pc:sldMk cId="0" sldId="258"/>
        </pc:sldMkLst>
        <pc:spChg chg="mod">
          <ac:chgData name="Juan ignacio martin viveros" userId="9a3e5fc19f0fa041" providerId="LiveId" clId="{6B84A49D-1ACE-4B32-9E9C-CD6CDF7836D4}" dt="2026-09-12T11:13:02.999" v="103" actId="207"/>
          <ac:spMkLst>
            <pc:docMk/>
            <pc:sldMk cId="0" sldId="258"/>
            <ac:spMk id="2" creationId="{00000000-0000-0000-0000-000000000000}"/>
          </ac:spMkLst>
        </pc:spChg>
        <pc:spChg chg="del">
          <ac:chgData name="Juan ignacio martin viveros" userId="9a3e5fc19f0fa041" providerId="LiveId" clId="{6B84A49D-1ACE-4B32-9E9C-CD6CDF7836D4}" dt="2026-09-12T11:13:28.112" v="107" actId="478"/>
          <ac:spMkLst>
            <pc:docMk/>
            <pc:sldMk cId="0" sldId="258"/>
            <ac:spMk id="4" creationId="{00000000-0000-0000-0000-000000000000}"/>
          </ac:spMkLst>
        </pc:spChg>
        <pc:spChg chg="mod">
          <ac:chgData name="Juan ignacio martin viveros" userId="9a3e5fc19f0fa041" providerId="LiveId" clId="{6B84A49D-1ACE-4B32-9E9C-CD6CDF7836D4}" dt="2026-09-12T11:08:10.538" v="54" actId="20577"/>
          <ac:spMkLst>
            <pc:docMk/>
            <pc:sldMk cId="0" sldId="258"/>
            <ac:spMk id="6" creationId="{00000000-0000-0000-0000-000000000000}"/>
          </ac:spMkLst>
        </pc:spChg>
        <pc:spChg chg="mod">
          <ac:chgData name="Juan ignacio martin viveros" userId="9a3e5fc19f0fa041" providerId="LiveId" clId="{6B84A49D-1ACE-4B32-9E9C-CD6CDF7836D4}" dt="2026-09-12T11:14:33.156" v="128" actId="20577"/>
          <ac:spMkLst>
            <pc:docMk/>
            <pc:sldMk cId="0" sldId="258"/>
            <ac:spMk id="7" creationId="{00000000-0000-0000-0000-000000000000}"/>
          </ac:spMkLst>
        </pc:spChg>
        <pc:spChg chg="mod">
          <ac:chgData name="Juan ignacio martin viveros" userId="9a3e5fc19f0fa041" providerId="LiveId" clId="{6B84A49D-1ACE-4B32-9E9C-CD6CDF7836D4}" dt="2026-09-12T11:25:45.396" v="136" actId="123"/>
          <ac:spMkLst>
            <pc:docMk/>
            <pc:sldMk cId="0" sldId="258"/>
            <ac:spMk id="8" creationId="{00000000-0000-0000-0000-000000000000}"/>
          </ac:spMkLst>
        </pc:spChg>
        <pc:spChg chg="del mod">
          <ac:chgData name="Juan ignacio martin viveros" userId="9a3e5fc19f0fa041" providerId="LiveId" clId="{6B84A49D-1ACE-4B32-9E9C-CD6CDF7836D4}" dt="2026-09-12T11:30:14.265" v="145" actId="21"/>
          <ac:spMkLst>
            <pc:docMk/>
            <pc:sldMk cId="0" sldId="258"/>
            <ac:spMk id="9" creationId="{00000000-0000-0000-0000-000000000000}"/>
          </ac:spMkLst>
        </pc:spChg>
        <pc:spChg chg="mod">
          <ac:chgData name="Juan ignacio martin viveros" userId="9a3e5fc19f0fa041" providerId="LiveId" clId="{6B84A49D-1ACE-4B32-9E9C-CD6CDF7836D4}" dt="2026-09-12T11:31:00.226" v="147"/>
          <ac:spMkLst>
            <pc:docMk/>
            <pc:sldMk cId="0" sldId="258"/>
            <ac:spMk id="10" creationId="{00000000-0000-0000-0000-000000000000}"/>
          </ac:spMkLst>
        </pc:spChg>
        <pc:picChg chg="del mod">
          <ac:chgData name="Juan ignacio martin viveros" userId="9a3e5fc19f0fa041" providerId="LiveId" clId="{6B84A49D-1ACE-4B32-9E9C-CD6CDF7836D4}" dt="2026-09-12T11:13:31.778" v="108" actId="478"/>
          <ac:picMkLst>
            <pc:docMk/>
            <pc:sldMk cId="0" sldId="258"/>
            <ac:picMk id="3" creationId="{00000000-0000-0000-0000-000000000000}"/>
          </ac:picMkLst>
        </pc:picChg>
        <pc:picChg chg="add del mod">
          <ac:chgData name="Juan ignacio martin viveros" userId="9a3e5fc19f0fa041" providerId="LiveId" clId="{6B84A49D-1ACE-4B32-9E9C-CD6CDF7836D4}" dt="2026-09-12T11:13:17.043" v="105" actId="478"/>
          <ac:picMkLst>
            <pc:docMk/>
            <pc:sldMk cId="0" sldId="258"/>
            <ac:picMk id="13" creationId="{C2539A14-D5C6-47E6-8957-EAF04E575666}"/>
          </ac:picMkLst>
        </pc:picChg>
      </pc:sldChg>
      <pc:sldChg chg="modSp mod">
        <pc:chgData name="Juan ignacio martin viveros" userId="9a3e5fc19f0fa041" providerId="LiveId" clId="{6B84A49D-1ACE-4B32-9E9C-CD6CDF7836D4}" dt="2026-09-12T13:01:16.127" v="1354" actId="1076"/>
        <pc:sldMkLst>
          <pc:docMk/>
          <pc:sldMk cId="0" sldId="259"/>
        </pc:sldMkLst>
        <pc:spChg chg="mod">
          <ac:chgData name="Juan ignacio martin viveros" userId="9a3e5fc19f0fa041" providerId="LiveId" clId="{6B84A49D-1ACE-4B32-9E9C-CD6CDF7836D4}" dt="2026-09-12T13:01:16.127" v="1354" actId="1076"/>
          <ac:spMkLst>
            <pc:docMk/>
            <pc:sldMk cId="0" sldId="259"/>
            <ac:spMk id="25" creationId="{E6D218A4-F8C5-87B9-C7D6-6A996E16CBAB}"/>
          </ac:spMkLst>
        </pc:spChg>
        <pc:spChg chg="mod">
          <ac:chgData name="Juan ignacio martin viveros" userId="9a3e5fc19f0fa041" providerId="LiveId" clId="{6B84A49D-1ACE-4B32-9E9C-CD6CDF7836D4}" dt="2026-09-12T13:01:00.165" v="1353" actId="14100"/>
          <ac:spMkLst>
            <pc:docMk/>
            <pc:sldMk cId="0" sldId="259"/>
            <ac:spMk id="37" creationId="{63F59BF3-57A8-8FE3-A916-D8B5358FEE80}"/>
          </ac:spMkLst>
        </pc:spChg>
      </pc:sldChg>
      <pc:sldChg chg="delSp modSp mod">
        <pc:chgData name="Juan ignacio martin viveros" userId="9a3e5fc19f0fa041" providerId="LiveId" clId="{6B84A49D-1ACE-4B32-9E9C-CD6CDF7836D4}" dt="2026-09-12T14:55:39.382" v="1588" actId="1076"/>
        <pc:sldMkLst>
          <pc:docMk/>
          <pc:sldMk cId="0" sldId="260"/>
        </pc:sldMkLst>
        <pc:spChg chg="mod">
          <ac:chgData name="Juan ignacio martin viveros" userId="9a3e5fc19f0fa041" providerId="LiveId" clId="{6B84A49D-1ACE-4B32-9E9C-CD6CDF7836D4}" dt="2026-09-12T14:31:15.090" v="1450" actId="1076"/>
          <ac:spMkLst>
            <pc:docMk/>
            <pc:sldMk cId="0" sldId="260"/>
            <ac:spMk id="3" creationId="{00000000-0000-0000-0000-000000000000}"/>
          </ac:spMkLst>
        </pc:spChg>
        <pc:spChg chg="mod">
          <ac:chgData name="Juan ignacio martin viveros" userId="9a3e5fc19f0fa041" providerId="LiveId" clId="{6B84A49D-1ACE-4B32-9E9C-CD6CDF7836D4}" dt="2026-09-12T13:18:41.494" v="1449" actId="14100"/>
          <ac:spMkLst>
            <pc:docMk/>
            <pc:sldMk cId="0" sldId="260"/>
            <ac:spMk id="4" creationId="{00000000-0000-0000-0000-000000000000}"/>
          </ac:spMkLst>
        </pc:spChg>
        <pc:spChg chg="del">
          <ac:chgData name="Juan ignacio martin viveros" userId="9a3e5fc19f0fa041" providerId="LiveId" clId="{6B84A49D-1ACE-4B32-9E9C-CD6CDF7836D4}" dt="2026-09-12T14:55:17.812" v="1585" actId="21"/>
          <ac:spMkLst>
            <pc:docMk/>
            <pc:sldMk cId="0" sldId="260"/>
            <ac:spMk id="5" creationId="{00000000-0000-0000-0000-000000000000}"/>
          </ac:spMkLst>
        </pc:spChg>
        <pc:spChg chg="mod">
          <ac:chgData name="Juan ignacio martin viveros" userId="9a3e5fc19f0fa041" providerId="LiveId" clId="{6B84A49D-1ACE-4B32-9E9C-CD6CDF7836D4}" dt="2026-09-12T14:55:28.809" v="1586" actId="1076"/>
          <ac:spMkLst>
            <pc:docMk/>
            <pc:sldMk cId="0" sldId="260"/>
            <ac:spMk id="6" creationId="{00000000-0000-0000-0000-000000000000}"/>
          </ac:spMkLst>
        </pc:spChg>
        <pc:picChg chg="mod">
          <ac:chgData name="Juan ignacio martin viveros" userId="9a3e5fc19f0fa041" providerId="LiveId" clId="{6B84A49D-1ACE-4B32-9E9C-CD6CDF7836D4}" dt="2026-09-12T14:55:39.382" v="1588" actId="1076"/>
          <ac:picMkLst>
            <pc:docMk/>
            <pc:sldMk cId="0" sldId="260"/>
            <ac:picMk id="2" creationId="{00000000-0000-0000-0000-000000000000}"/>
          </ac:picMkLst>
        </pc:picChg>
      </pc:sldChg>
      <pc:sldChg chg="addSp delSp modSp mod">
        <pc:chgData name="Juan ignacio martin viveros" userId="9a3e5fc19f0fa041" providerId="LiveId" clId="{6B84A49D-1ACE-4B32-9E9C-CD6CDF7836D4}" dt="2026-09-12T15:05:24.027" v="1974" actId="20577"/>
        <pc:sldMkLst>
          <pc:docMk/>
          <pc:sldMk cId="0" sldId="261"/>
        </pc:sldMkLst>
        <pc:spChg chg="mod">
          <ac:chgData name="Juan ignacio martin viveros" userId="9a3e5fc19f0fa041" providerId="LiveId" clId="{6B84A49D-1ACE-4B32-9E9C-CD6CDF7836D4}" dt="2026-09-12T15:05:24.027" v="1974" actId="20577"/>
          <ac:spMkLst>
            <pc:docMk/>
            <pc:sldMk cId="0" sldId="261"/>
            <ac:spMk id="2" creationId="{00000000-0000-0000-0000-000000000000}"/>
          </ac:spMkLst>
        </pc:spChg>
        <pc:spChg chg="del">
          <ac:chgData name="Juan ignacio martin viveros" userId="9a3e5fc19f0fa041" providerId="LiveId" clId="{6B84A49D-1ACE-4B32-9E9C-CD6CDF7836D4}" dt="2026-09-12T14:47:03.771" v="1472" actId="21"/>
          <ac:spMkLst>
            <pc:docMk/>
            <pc:sldMk cId="0" sldId="261"/>
            <ac:spMk id="3" creationId="{00000000-0000-0000-0000-000000000000}"/>
          </ac:spMkLst>
        </pc:spChg>
        <pc:spChg chg="del">
          <ac:chgData name="Juan ignacio martin viveros" userId="9a3e5fc19f0fa041" providerId="LiveId" clId="{6B84A49D-1ACE-4B32-9E9C-CD6CDF7836D4}" dt="2026-09-12T14:46:04.924" v="1466" actId="21"/>
          <ac:spMkLst>
            <pc:docMk/>
            <pc:sldMk cId="0" sldId="261"/>
            <ac:spMk id="5" creationId="{00000000-0000-0000-0000-000000000000}"/>
          </ac:spMkLst>
        </pc:spChg>
        <pc:spChg chg="del">
          <ac:chgData name="Juan ignacio martin viveros" userId="9a3e5fc19f0fa041" providerId="LiveId" clId="{6B84A49D-1ACE-4B32-9E9C-CD6CDF7836D4}" dt="2026-09-12T14:45:48.688" v="1462" actId="21"/>
          <ac:spMkLst>
            <pc:docMk/>
            <pc:sldMk cId="0" sldId="261"/>
            <ac:spMk id="6" creationId="{00000000-0000-0000-0000-000000000000}"/>
          </ac:spMkLst>
        </pc:spChg>
        <pc:spChg chg="del">
          <ac:chgData name="Juan ignacio martin viveros" userId="9a3e5fc19f0fa041" providerId="LiveId" clId="{6B84A49D-1ACE-4B32-9E9C-CD6CDF7836D4}" dt="2026-09-12T14:46:01.841" v="1465" actId="21"/>
          <ac:spMkLst>
            <pc:docMk/>
            <pc:sldMk cId="0" sldId="261"/>
            <ac:spMk id="7" creationId="{00000000-0000-0000-0000-000000000000}"/>
          </ac:spMkLst>
        </pc:spChg>
        <pc:spChg chg="del">
          <ac:chgData name="Juan ignacio martin viveros" userId="9a3e5fc19f0fa041" providerId="LiveId" clId="{6B84A49D-1ACE-4B32-9E9C-CD6CDF7836D4}" dt="2026-09-12T14:45:46.356" v="1461" actId="21"/>
          <ac:spMkLst>
            <pc:docMk/>
            <pc:sldMk cId="0" sldId="261"/>
            <ac:spMk id="8" creationId="{00000000-0000-0000-0000-000000000000}"/>
          </ac:spMkLst>
        </pc:spChg>
        <pc:spChg chg="del">
          <ac:chgData name="Juan ignacio martin viveros" userId="9a3e5fc19f0fa041" providerId="LiveId" clId="{6B84A49D-1ACE-4B32-9E9C-CD6CDF7836D4}" dt="2026-09-12T14:45:59.008" v="1464" actId="21"/>
          <ac:spMkLst>
            <pc:docMk/>
            <pc:sldMk cId="0" sldId="261"/>
            <ac:spMk id="9" creationId="{00000000-0000-0000-0000-000000000000}"/>
          </ac:spMkLst>
        </pc:spChg>
        <pc:spChg chg="del">
          <ac:chgData name="Juan ignacio martin viveros" userId="9a3e5fc19f0fa041" providerId="LiveId" clId="{6B84A49D-1ACE-4B32-9E9C-CD6CDF7836D4}" dt="2026-09-12T14:45:51.834" v="1463" actId="21"/>
          <ac:spMkLst>
            <pc:docMk/>
            <pc:sldMk cId="0" sldId="261"/>
            <ac:spMk id="10" creationId="{00000000-0000-0000-0000-000000000000}"/>
          </ac:spMkLst>
        </pc:spChg>
        <pc:spChg chg="del">
          <ac:chgData name="Juan ignacio martin viveros" userId="9a3e5fc19f0fa041" providerId="LiveId" clId="{6B84A49D-1ACE-4B32-9E9C-CD6CDF7836D4}" dt="2026-09-12T14:46:15.746" v="1469" actId="21"/>
          <ac:spMkLst>
            <pc:docMk/>
            <pc:sldMk cId="0" sldId="261"/>
            <ac:spMk id="11" creationId="{00000000-0000-0000-0000-000000000000}"/>
          </ac:spMkLst>
        </pc:spChg>
        <pc:spChg chg="del">
          <ac:chgData name="Juan ignacio martin viveros" userId="9a3e5fc19f0fa041" providerId="LiveId" clId="{6B84A49D-1ACE-4B32-9E9C-CD6CDF7836D4}" dt="2026-09-12T14:46:09.312" v="1468" actId="21"/>
          <ac:spMkLst>
            <pc:docMk/>
            <pc:sldMk cId="0" sldId="261"/>
            <ac:spMk id="12" creationId="{00000000-0000-0000-0000-000000000000}"/>
          </ac:spMkLst>
        </pc:spChg>
        <pc:spChg chg="add del mod">
          <ac:chgData name="Juan ignacio martin viveros" userId="9a3e5fc19f0fa041" providerId="LiveId" clId="{6B84A49D-1ACE-4B32-9E9C-CD6CDF7836D4}" dt="2026-09-12T14:45:17.968" v="1457" actId="21"/>
          <ac:spMkLst>
            <pc:docMk/>
            <pc:sldMk cId="0" sldId="261"/>
            <ac:spMk id="14" creationId="{8F15BE37-B20A-18AB-CB9A-D87D84A56481}"/>
          </ac:spMkLst>
        </pc:spChg>
        <pc:picChg chg="add mod modCrop">
          <ac:chgData name="Juan ignacio martin viveros" userId="9a3e5fc19f0fa041" providerId="LiveId" clId="{6B84A49D-1ACE-4B32-9E9C-CD6CDF7836D4}" dt="2026-09-12T14:48:44.758" v="1480" actId="14100"/>
          <ac:picMkLst>
            <pc:docMk/>
            <pc:sldMk cId="0" sldId="261"/>
            <ac:picMk id="17" creationId="{76BEE241-A7D4-2179-1F54-730CCDF3B15E}"/>
          </ac:picMkLst>
        </pc:picChg>
      </pc:sldChg>
      <pc:sldChg chg="addSp modSp mod">
        <pc:chgData name="Juan ignacio martin viveros" userId="9a3e5fc19f0fa041" providerId="LiveId" clId="{6B84A49D-1ACE-4B32-9E9C-CD6CDF7836D4}" dt="2026-09-12T12:00:02.690" v="338" actId="113"/>
        <pc:sldMkLst>
          <pc:docMk/>
          <pc:sldMk cId="0" sldId="262"/>
        </pc:sldMkLst>
        <pc:spChg chg="mod">
          <ac:chgData name="Juan ignacio martin viveros" userId="9a3e5fc19f0fa041" providerId="LiveId" clId="{6B84A49D-1ACE-4B32-9E9C-CD6CDF7836D4}" dt="2026-09-12T12:00:02.690" v="338" actId="113"/>
          <ac:spMkLst>
            <pc:docMk/>
            <pc:sldMk cId="0" sldId="262"/>
            <ac:spMk id="3" creationId="{00000000-0000-0000-0000-000000000000}"/>
          </ac:spMkLst>
        </pc:spChg>
        <pc:spChg chg="mod">
          <ac:chgData name="Juan ignacio martin viveros" userId="9a3e5fc19f0fa041" providerId="LiveId" clId="{6B84A49D-1ACE-4B32-9E9C-CD6CDF7836D4}" dt="2026-09-12T11:32:52.955" v="151" actId="1076"/>
          <ac:spMkLst>
            <pc:docMk/>
            <pc:sldMk cId="0" sldId="262"/>
            <ac:spMk id="5" creationId="{00000000-0000-0000-0000-000000000000}"/>
          </ac:spMkLst>
        </pc:spChg>
        <pc:spChg chg="mod">
          <ac:chgData name="Juan ignacio martin viveros" userId="9a3e5fc19f0fa041" providerId="LiveId" clId="{6B84A49D-1ACE-4B32-9E9C-CD6CDF7836D4}" dt="2026-09-12T11:32:43.334" v="148" actId="1076"/>
          <ac:spMkLst>
            <pc:docMk/>
            <pc:sldMk cId="0" sldId="262"/>
            <ac:spMk id="6" creationId="{00000000-0000-0000-0000-000000000000}"/>
          </ac:spMkLst>
        </pc:spChg>
        <pc:spChg chg="mod">
          <ac:chgData name="Juan ignacio martin viveros" userId="9a3e5fc19f0fa041" providerId="LiveId" clId="{6B84A49D-1ACE-4B32-9E9C-CD6CDF7836D4}" dt="2026-09-12T11:59:41.640" v="334" actId="255"/>
          <ac:spMkLst>
            <pc:docMk/>
            <pc:sldMk cId="0" sldId="262"/>
            <ac:spMk id="8" creationId="{00000000-0000-0000-0000-000000000000}"/>
          </ac:spMkLst>
        </pc:spChg>
        <pc:spChg chg="add mod">
          <ac:chgData name="Juan ignacio martin viveros" userId="9a3e5fc19f0fa041" providerId="LiveId" clId="{6B84A49D-1ACE-4B32-9E9C-CD6CDF7836D4}" dt="2026-09-12T11:59:09.734" v="328" actId="255"/>
          <ac:spMkLst>
            <pc:docMk/>
            <pc:sldMk cId="0" sldId="262"/>
            <ac:spMk id="13" creationId="{D5A55D3A-ED67-8393-8049-8D0E4A26104E}"/>
          </ac:spMkLst>
        </pc:spChg>
        <pc:spChg chg="add mod">
          <ac:chgData name="Juan ignacio martin viveros" userId="9a3e5fc19f0fa041" providerId="LiveId" clId="{6B84A49D-1ACE-4B32-9E9C-CD6CDF7836D4}" dt="2026-09-12T11:59:28.390" v="331" actId="255"/>
          <ac:spMkLst>
            <pc:docMk/>
            <pc:sldMk cId="0" sldId="262"/>
            <ac:spMk id="15" creationId="{AD0C9B4F-A870-453E-859A-426630DDB387}"/>
          </ac:spMkLst>
        </pc:spChg>
        <pc:picChg chg="mod">
          <ac:chgData name="Juan ignacio martin viveros" userId="9a3e5fc19f0fa041" providerId="LiveId" clId="{6B84A49D-1ACE-4B32-9E9C-CD6CDF7836D4}" dt="2026-09-12T11:59:53.567" v="336" actId="1076"/>
          <ac:picMkLst>
            <pc:docMk/>
            <pc:sldMk cId="0" sldId="262"/>
            <ac:picMk id="2" creationId="{00000000-0000-0000-0000-000000000000}"/>
          </ac:picMkLst>
        </pc:picChg>
        <pc:picChg chg="add mod modCrop">
          <ac:chgData name="Juan ignacio martin viveros" userId="9a3e5fc19f0fa041" providerId="LiveId" clId="{6B84A49D-1ACE-4B32-9E9C-CD6CDF7836D4}" dt="2026-09-12T11:57:13.068" v="278" actId="1076"/>
          <ac:picMkLst>
            <pc:docMk/>
            <pc:sldMk cId="0" sldId="262"/>
            <ac:picMk id="9" creationId="{14AF049C-2FE7-2591-A54E-4C42FBEE5182}"/>
          </ac:picMkLst>
        </pc:picChg>
        <pc:picChg chg="add mod modCrop">
          <ac:chgData name="Juan ignacio martin viveros" userId="9a3e5fc19f0fa041" providerId="LiveId" clId="{6B84A49D-1ACE-4B32-9E9C-CD6CDF7836D4}" dt="2026-09-12T11:57:08.202" v="276" actId="1076"/>
          <ac:picMkLst>
            <pc:docMk/>
            <pc:sldMk cId="0" sldId="262"/>
            <ac:picMk id="11" creationId="{EBFA750E-A913-0271-2CB1-5BE0BE2BC119}"/>
          </ac:picMkLst>
        </pc:picChg>
      </pc:sldChg>
      <pc:sldChg chg="add">
        <pc:chgData name="Juan ignacio martin viveros" userId="9a3e5fc19f0fa041" providerId="LiveId" clId="{6B84A49D-1ACE-4B32-9E9C-CD6CDF7836D4}" dt="2026-09-12T14:31:33.102" v="1451" actId="2890"/>
        <pc:sldMkLst>
          <pc:docMk/>
          <pc:sldMk cId="3581767533" sldId="263"/>
        </pc:sldMkLst>
      </pc:sldChg>
      <pc:sldChg chg="addSp delSp modSp add mod ord">
        <pc:chgData name="Juan ignacio martin viveros" userId="9a3e5fc19f0fa041" providerId="LiveId" clId="{6B84A49D-1ACE-4B32-9E9C-CD6CDF7836D4}" dt="2026-09-12T19:24:29.340" v="3466" actId="20577"/>
        <pc:sldMkLst>
          <pc:docMk/>
          <pc:sldMk cId="1765410107" sldId="264"/>
        </pc:sldMkLst>
        <pc:spChg chg="mod">
          <ac:chgData name="Juan ignacio martin viveros" userId="9a3e5fc19f0fa041" providerId="LiveId" clId="{6B84A49D-1ACE-4B32-9E9C-CD6CDF7836D4}" dt="2026-09-12T15:14:18.335" v="2074" actId="20577"/>
          <ac:spMkLst>
            <pc:docMk/>
            <pc:sldMk cId="1765410107" sldId="264"/>
            <ac:spMk id="2" creationId="{C3F59AD1-7412-9E7D-C95A-A07A4AFA652D}"/>
          </ac:spMkLst>
        </pc:spChg>
        <pc:spChg chg="mod">
          <ac:chgData name="Juan ignacio martin viveros" userId="9a3e5fc19f0fa041" providerId="LiveId" clId="{6B84A49D-1ACE-4B32-9E9C-CD6CDF7836D4}" dt="2026-09-12T19:24:29.340" v="3466" actId="20577"/>
          <ac:spMkLst>
            <pc:docMk/>
            <pc:sldMk cId="1765410107" sldId="264"/>
            <ac:spMk id="3" creationId="{1D1AFDFE-A186-8F5C-96EE-B2504225354C}"/>
          </ac:spMkLst>
        </pc:spChg>
        <pc:spChg chg="del">
          <ac:chgData name="Juan ignacio martin viveros" userId="9a3e5fc19f0fa041" providerId="LiveId" clId="{6B84A49D-1ACE-4B32-9E9C-CD6CDF7836D4}" dt="2026-09-12T15:18:01.461" v="2147" actId="21"/>
          <ac:spMkLst>
            <pc:docMk/>
            <pc:sldMk cId="1765410107" sldId="264"/>
            <ac:spMk id="5" creationId="{AB8095C2-725D-77BE-B9E7-6429F9526303}"/>
          </ac:spMkLst>
        </pc:spChg>
        <pc:spChg chg="del mod">
          <ac:chgData name="Juan ignacio martin viveros" userId="9a3e5fc19f0fa041" providerId="LiveId" clId="{6B84A49D-1ACE-4B32-9E9C-CD6CDF7836D4}" dt="2026-09-12T15:17:48.775" v="2143" actId="21"/>
          <ac:spMkLst>
            <pc:docMk/>
            <pc:sldMk cId="1765410107" sldId="264"/>
            <ac:spMk id="6" creationId="{882C647E-E86F-019B-D519-7B892D26C05B}"/>
          </ac:spMkLst>
        </pc:spChg>
        <pc:spChg chg="del">
          <ac:chgData name="Juan ignacio martin viveros" userId="9a3e5fc19f0fa041" providerId="LiveId" clId="{6B84A49D-1ACE-4B32-9E9C-CD6CDF7836D4}" dt="2026-09-12T15:17:58.980" v="2146" actId="21"/>
          <ac:spMkLst>
            <pc:docMk/>
            <pc:sldMk cId="1765410107" sldId="264"/>
            <ac:spMk id="7" creationId="{FE5F8399-E655-B85F-55A3-A3BEEE3A611C}"/>
          </ac:spMkLst>
        </pc:spChg>
        <pc:spChg chg="del mod">
          <ac:chgData name="Juan ignacio martin viveros" userId="9a3e5fc19f0fa041" providerId="LiveId" clId="{6B84A49D-1ACE-4B32-9E9C-CD6CDF7836D4}" dt="2026-09-12T15:17:46.399" v="2142" actId="21"/>
          <ac:spMkLst>
            <pc:docMk/>
            <pc:sldMk cId="1765410107" sldId="264"/>
            <ac:spMk id="8" creationId="{70C90A47-E4A7-785C-4BB8-9AA6F6E5DA05}"/>
          </ac:spMkLst>
        </pc:spChg>
        <pc:spChg chg="del mod">
          <ac:chgData name="Juan ignacio martin viveros" userId="9a3e5fc19f0fa041" providerId="LiveId" clId="{6B84A49D-1ACE-4B32-9E9C-CD6CDF7836D4}" dt="2026-09-12T15:17:54.705" v="2145" actId="21"/>
          <ac:spMkLst>
            <pc:docMk/>
            <pc:sldMk cId="1765410107" sldId="264"/>
            <ac:spMk id="9" creationId="{2A35860A-0F19-41BF-9CA6-AEECC1011CF6}"/>
          </ac:spMkLst>
        </pc:spChg>
        <pc:spChg chg="del mod">
          <ac:chgData name="Juan ignacio martin viveros" userId="9a3e5fc19f0fa041" providerId="LiveId" clId="{6B84A49D-1ACE-4B32-9E9C-CD6CDF7836D4}" dt="2026-09-12T15:17:44.391" v="2141" actId="21"/>
          <ac:spMkLst>
            <pc:docMk/>
            <pc:sldMk cId="1765410107" sldId="264"/>
            <ac:spMk id="10" creationId="{8D398AB3-43DC-148A-5D60-B27FEE023F7B}"/>
          </ac:spMkLst>
        </pc:spChg>
        <pc:spChg chg="del">
          <ac:chgData name="Juan ignacio martin viveros" userId="9a3e5fc19f0fa041" providerId="LiveId" clId="{6B84A49D-1ACE-4B32-9E9C-CD6CDF7836D4}" dt="2026-09-12T15:02:47.201" v="1754" actId="21"/>
          <ac:spMkLst>
            <pc:docMk/>
            <pc:sldMk cId="1765410107" sldId="264"/>
            <ac:spMk id="11" creationId="{EF247500-891F-7D5E-9F34-08EDCDB05F4B}"/>
          </ac:spMkLst>
        </pc:spChg>
        <pc:spChg chg="mod">
          <ac:chgData name="Juan ignacio martin viveros" userId="9a3e5fc19f0fa041" providerId="LiveId" clId="{6B84A49D-1ACE-4B32-9E9C-CD6CDF7836D4}" dt="2026-09-12T18:31:47.114" v="2761" actId="1076"/>
          <ac:spMkLst>
            <pc:docMk/>
            <pc:sldMk cId="1765410107" sldId="264"/>
            <ac:spMk id="12" creationId="{AD7389A7-22FF-0DDF-0FDC-C78EF08109E5}"/>
          </ac:spMkLst>
        </pc:spChg>
        <pc:spChg chg="add mod">
          <ac:chgData name="Juan ignacio martin viveros" userId="9a3e5fc19f0fa041" providerId="LiveId" clId="{6B84A49D-1ACE-4B32-9E9C-CD6CDF7836D4}" dt="2026-09-12T18:45:21.877" v="3311" actId="14100"/>
          <ac:spMkLst>
            <pc:docMk/>
            <pc:sldMk cId="1765410107" sldId="264"/>
            <ac:spMk id="18" creationId="{B5AEFD62-43DB-71B4-654F-6A492208E1E7}"/>
          </ac:spMkLst>
        </pc:spChg>
        <pc:spChg chg="add del mod">
          <ac:chgData name="Juan ignacio martin viveros" userId="9a3e5fc19f0fa041" providerId="LiveId" clId="{6B84A49D-1ACE-4B32-9E9C-CD6CDF7836D4}" dt="2026-09-12T18:14:51.233" v="2411" actId="21"/>
          <ac:spMkLst>
            <pc:docMk/>
            <pc:sldMk cId="1765410107" sldId="264"/>
            <ac:spMk id="20" creationId="{93E7143C-AD0C-C55C-F1C8-60D0AB839F54}"/>
          </ac:spMkLst>
        </pc:spChg>
        <pc:spChg chg="add mod">
          <ac:chgData name="Juan ignacio martin viveros" userId="9a3e5fc19f0fa041" providerId="LiveId" clId="{6B84A49D-1ACE-4B32-9E9C-CD6CDF7836D4}" dt="2026-09-12T18:34:24.764" v="2843" actId="1076"/>
          <ac:spMkLst>
            <pc:docMk/>
            <pc:sldMk cId="1765410107" sldId="264"/>
            <ac:spMk id="21" creationId="{8378D85E-B6EC-04B0-E1FB-8438D0FC3160}"/>
          </ac:spMkLst>
        </pc:spChg>
        <pc:spChg chg="add mod">
          <ac:chgData name="Juan ignacio martin viveros" userId="9a3e5fc19f0fa041" providerId="LiveId" clId="{6B84A49D-1ACE-4B32-9E9C-CD6CDF7836D4}" dt="2026-09-12T18:57:53.373" v="3462" actId="20577"/>
          <ac:spMkLst>
            <pc:docMk/>
            <pc:sldMk cId="1765410107" sldId="264"/>
            <ac:spMk id="23" creationId="{0D416FF2-E2DD-2158-71DF-2DAA970A3CDC}"/>
          </ac:spMkLst>
        </pc:spChg>
        <pc:spChg chg="add mod">
          <ac:chgData name="Juan ignacio martin viveros" userId="9a3e5fc19f0fa041" providerId="LiveId" clId="{6B84A49D-1ACE-4B32-9E9C-CD6CDF7836D4}" dt="2026-09-12T18:57:24.757" v="3461" actId="20577"/>
          <ac:spMkLst>
            <pc:docMk/>
            <pc:sldMk cId="1765410107" sldId="264"/>
            <ac:spMk id="25" creationId="{E8A61D5A-3C61-F8B9-4F2B-2C573395C94E}"/>
          </ac:spMkLst>
        </pc:spChg>
        <pc:spChg chg="add del mod">
          <ac:chgData name="Juan ignacio martin viveros" userId="9a3e5fc19f0fa041" providerId="LiveId" clId="{6B84A49D-1ACE-4B32-9E9C-CD6CDF7836D4}" dt="2026-09-12T18:27:35.867" v="2735" actId="22"/>
          <ac:spMkLst>
            <pc:docMk/>
            <pc:sldMk cId="1765410107" sldId="264"/>
            <ac:spMk id="27" creationId="{935658EF-4AEB-CC43-3071-0A4C0A011E23}"/>
          </ac:spMkLst>
        </pc:spChg>
        <pc:spChg chg="add del mod">
          <ac:chgData name="Juan ignacio martin viveros" userId="9a3e5fc19f0fa041" providerId="LiveId" clId="{6B84A49D-1ACE-4B32-9E9C-CD6CDF7836D4}" dt="2026-09-12T18:41:23.451" v="3115" actId="21"/>
          <ac:spMkLst>
            <pc:docMk/>
            <pc:sldMk cId="1765410107" sldId="264"/>
            <ac:spMk id="29" creationId="{887FEE55-84B4-2173-0E9C-A286330069ED}"/>
          </ac:spMkLst>
        </pc:spChg>
        <pc:spChg chg="add del mod">
          <ac:chgData name="Juan ignacio martin viveros" userId="9a3e5fc19f0fa041" providerId="LiveId" clId="{6B84A49D-1ACE-4B32-9E9C-CD6CDF7836D4}" dt="2026-09-12T18:41:26.061" v="3116" actId="21"/>
          <ac:spMkLst>
            <pc:docMk/>
            <pc:sldMk cId="1765410107" sldId="264"/>
            <ac:spMk id="31" creationId="{0094DB08-8A89-2F8F-13DC-28553F21E05C}"/>
          </ac:spMkLst>
        </pc:spChg>
        <pc:picChg chg="add del mod modCrop">
          <ac:chgData name="Juan ignacio martin viveros" userId="9a3e5fc19f0fa041" providerId="LiveId" clId="{6B84A49D-1ACE-4B32-9E9C-CD6CDF7836D4}" dt="2026-09-12T17:54:43.965" v="2174" actId="478"/>
          <ac:picMkLst>
            <pc:docMk/>
            <pc:sldMk cId="1765410107" sldId="264"/>
            <ac:picMk id="14" creationId="{692159CE-745D-CD46-B048-8A62AC887B10}"/>
          </ac:picMkLst>
        </pc:picChg>
        <pc:picChg chg="mod">
          <ac:chgData name="Juan ignacio martin viveros" userId="9a3e5fc19f0fa041" providerId="LiveId" clId="{6B84A49D-1ACE-4B32-9E9C-CD6CDF7836D4}" dt="2026-09-12T18:16:56.423" v="2412" actId="1076"/>
          <ac:picMkLst>
            <pc:docMk/>
            <pc:sldMk cId="1765410107" sldId="264"/>
            <ac:picMk id="15" creationId="{94D974EB-13FC-3F29-FE4F-689451A32481}"/>
          </ac:picMkLst>
        </pc:picChg>
        <pc:picChg chg="add mod">
          <ac:chgData name="Juan ignacio martin viveros" userId="9a3e5fc19f0fa041" providerId="LiveId" clId="{6B84A49D-1ACE-4B32-9E9C-CD6CDF7836D4}" dt="2026-09-12T18:43:38.820" v="3301" actId="1076"/>
          <ac:picMkLst>
            <pc:docMk/>
            <pc:sldMk cId="1765410107" sldId="264"/>
            <ac:picMk id="17" creationId="{2F264D24-37A2-B9F5-017D-A9FCCC043EAD}"/>
          </ac:picMkLst>
        </pc:picChg>
      </pc:sldChg>
      <pc:sldChg chg="delSp modSp add mod ord">
        <pc:chgData name="Juan ignacio martin viveros" userId="9a3e5fc19f0fa041" providerId="LiveId" clId="{6B84A49D-1ACE-4B32-9E9C-CD6CDF7836D4}" dt="2026-09-12T19:26:51.101" v="3472" actId="21"/>
        <pc:sldMkLst>
          <pc:docMk/>
          <pc:sldMk cId="1866539543" sldId="265"/>
        </pc:sldMkLst>
        <pc:spChg chg="mod">
          <ac:chgData name="Juan ignacio martin viveros" userId="9a3e5fc19f0fa041" providerId="LiveId" clId="{6B84A49D-1ACE-4B32-9E9C-CD6CDF7836D4}" dt="2026-09-12T14:51:51.231" v="1487" actId="20577"/>
          <ac:spMkLst>
            <pc:docMk/>
            <pc:sldMk cId="1866539543" sldId="265"/>
            <ac:spMk id="3" creationId="{1FBCE2F5-F920-A66C-C294-E7ACEDE255E7}"/>
          </ac:spMkLst>
        </pc:spChg>
        <pc:spChg chg="mod">
          <ac:chgData name="Juan ignacio martin viveros" userId="9a3e5fc19f0fa041" providerId="LiveId" clId="{6B84A49D-1ACE-4B32-9E9C-CD6CDF7836D4}" dt="2026-09-12T19:26:42.576" v="3471" actId="1076"/>
          <ac:spMkLst>
            <pc:docMk/>
            <pc:sldMk cId="1866539543" sldId="265"/>
            <ac:spMk id="4" creationId="{3E6CADBD-6A56-14FC-A261-0FB493236492}"/>
          </ac:spMkLst>
        </pc:spChg>
        <pc:spChg chg="del mod">
          <ac:chgData name="Juan ignacio martin viveros" userId="9a3e5fc19f0fa041" providerId="LiveId" clId="{6B84A49D-1ACE-4B32-9E9C-CD6CDF7836D4}" dt="2026-09-12T19:26:51.101" v="3472" actId="21"/>
          <ac:spMkLst>
            <pc:docMk/>
            <pc:sldMk cId="1866539543" sldId="265"/>
            <ac:spMk id="5" creationId="{DAAA5F54-B77C-BA83-3DEB-15D0BACB3A0D}"/>
          </ac:spMkLst>
        </pc:spChg>
        <pc:picChg chg="mod">
          <ac:chgData name="Juan ignacio martin viveros" userId="9a3e5fc19f0fa041" providerId="LiveId" clId="{6B84A49D-1ACE-4B32-9E9C-CD6CDF7836D4}" dt="2026-09-12T14:52:18.565" v="1493" actId="1076"/>
          <ac:picMkLst>
            <pc:docMk/>
            <pc:sldMk cId="1866539543" sldId="265"/>
            <ac:picMk id="2" creationId="{32363E54-4B0A-D1B5-A29D-FE9B9F634E67}"/>
          </ac:picMkLst>
        </pc:picChg>
      </pc:sldChg>
      <pc:sldChg chg="modSp add del mod">
        <pc:chgData name="Juan ignacio martin viveros" userId="9a3e5fc19f0fa041" providerId="LiveId" clId="{6B84A49D-1ACE-4B32-9E9C-CD6CDF7836D4}" dt="2026-09-12T15:06:51.506" v="2015" actId="2696"/>
        <pc:sldMkLst>
          <pc:docMk/>
          <pc:sldMk cId="3502740853" sldId="266"/>
        </pc:sldMkLst>
        <pc:spChg chg="mod">
          <ac:chgData name="Juan ignacio martin viveros" userId="9a3e5fc19f0fa041" providerId="LiveId" clId="{6B84A49D-1ACE-4B32-9E9C-CD6CDF7836D4}" dt="2026-09-12T15:06:19.802" v="1979" actId="20577"/>
          <ac:spMkLst>
            <pc:docMk/>
            <pc:sldMk cId="3502740853" sldId="266"/>
            <ac:spMk id="2" creationId="{3BDA4828-905A-96FE-A44C-DAB1CDC8D0AD}"/>
          </ac:spMkLst>
        </pc:spChg>
      </pc:sldChg>
      <pc:sldChg chg="add">
        <pc:chgData name="Juan ignacio martin viveros" userId="9a3e5fc19f0fa041" providerId="LiveId" clId="{6B84A49D-1ACE-4B32-9E9C-CD6CDF7836D4}" dt="2026-09-12T15:00:21.198" v="1590" actId="2890"/>
        <pc:sldMkLst>
          <pc:docMk/>
          <pc:sldMk cId="4253896411" sldId="267"/>
        </pc:sldMkLst>
      </pc:sldChg>
      <pc:sldChg chg="modSp add mod ord">
        <pc:chgData name="Juan ignacio martin viveros" userId="9a3e5fc19f0fa041" providerId="LiveId" clId="{6B84A49D-1ACE-4B32-9E9C-CD6CDF7836D4}" dt="2026-09-12T18:05:34.158" v="2311" actId="27636"/>
        <pc:sldMkLst>
          <pc:docMk/>
          <pc:sldMk cId="497144606" sldId="268"/>
        </pc:sldMkLst>
        <pc:spChg chg="mod">
          <ac:chgData name="Juan ignacio martin viveros" userId="9a3e5fc19f0fa041" providerId="LiveId" clId="{6B84A49D-1ACE-4B32-9E9C-CD6CDF7836D4}" dt="2026-09-12T15:14:08.685" v="2070" actId="20577"/>
          <ac:spMkLst>
            <pc:docMk/>
            <pc:sldMk cId="497144606" sldId="268"/>
            <ac:spMk id="2" creationId="{BFD2013D-DADD-8120-BFCA-B37C283DFBD3}"/>
          </ac:spMkLst>
        </pc:spChg>
        <pc:spChg chg="mod">
          <ac:chgData name="Juan ignacio martin viveros" userId="9a3e5fc19f0fa041" providerId="LiveId" clId="{6B84A49D-1ACE-4B32-9E9C-CD6CDF7836D4}" dt="2026-09-12T15:11:46.646" v="2066" actId="20577"/>
          <ac:spMkLst>
            <pc:docMk/>
            <pc:sldMk cId="497144606" sldId="268"/>
            <ac:spMk id="3" creationId="{550089D9-35B0-EAE7-B226-FB3EC7F7B272}"/>
          </ac:spMkLst>
        </pc:spChg>
        <pc:spChg chg="mod">
          <ac:chgData name="Juan ignacio martin viveros" userId="9a3e5fc19f0fa041" providerId="LiveId" clId="{6B84A49D-1ACE-4B32-9E9C-CD6CDF7836D4}" dt="2026-09-12T18:05:34.158" v="2311" actId="27636"/>
          <ac:spMkLst>
            <pc:docMk/>
            <pc:sldMk cId="497144606" sldId="268"/>
            <ac:spMk id="8" creationId="{DB8974E7-AACA-E7CC-669A-6502EB6D78F8}"/>
          </ac:spMkLst>
        </pc:spChg>
      </pc:sldChg>
      <pc:sldChg chg="modSp add mod ord">
        <pc:chgData name="Juan ignacio martin viveros" userId="9a3e5fc19f0fa041" providerId="LiveId" clId="{6B84A49D-1ACE-4B32-9E9C-CD6CDF7836D4}" dt="2026-09-12T19:27:24.856" v="3498" actId="122"/>
        <pc:sldMkLst>
          <pc:docMk/>
          <pc:sldMk cId="2686509026" sldId="269"/>
        </pc:sldMkLst>
        <pc:spChg chg="mod">
          <ac:chgData name="Juan ignacio martin viveros" userId="9a3e5fc19f0fa041" providerId="LiveId" clId="{6B84A49D-1ACE-4B32-9E9C-CD6CDF7836D4}" dt="2026-09-12T19:27:24.856" v="3498" actId="122"/>
          <ac:spMkLst>
            <pc:docMk/>
            <pc:sldMk cId="2686509026" sldId="269"/>
            <ac:spMk id="3" creationId="{04681638-0F8D-FE3D-58F5-29D069CE6CC9}"/>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150576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Bienvenida. Presentar el evento, el pueblo y el grupo organizador.</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Recorrido rápido por los dos días. Insistir en horarios de café y comida.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del ponente: nombre, rol, comunidad y contacto.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Agradecer a los patrocinadores: sin ellos no hay evento gratuito.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802B3E-A600-F56E-294D-FCB754F6331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FBEBB1-8C0F-426B-A089-D6569BC0404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7216B60-2209-7CA9-176C-2D7AFFE46FF5}"/>
              </a:ext>
            </a:extLst>
          </p:cNvPr>
          <p:cNvSpPr>
            <a:spLocks noGrp="1"/>
          </p:cNvSpPr>
          <p:nvPr>
            <p:ph type="body" idx="1"/>
          </p:nvPr>
        </p:nvSpPr>
        <p:spPr/>
        <p:txBody>
          <a:bodyPr/>
          <a:lstStyle/>
          <a:p>
            <a:r>
              <a:rPr lang="en-US" dirty="0"/>
              <a:t>Agradecer a los patrocinadores: sin ellos no hay evento gratuito.</a:t>
            </a:r>
          </a:p>
        </p:txBody>
      </p:sp>
      <p:sp>
        <p:nvSpPr>
          <p:cNvPr id="4" name="Slide Number Placeholder 3">
            <a:extLst>
              <a:ext uri="{FF2B5EF4-FFF2-40B4-BE49-F238E27FC236}">
                <a16:creationId xmlns:a16="http://schemas.microsoft.com/office/drawing/2014/main" id="{6CD49F88-2F40-E27D-9B34-BC4375F6DCC4}"/>
              </a:ext>
            </a:extLst>
          </p:cNvPr>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25873488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transición entre bloques. Cambiar número, título y descripción.</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6DFFEA-0F10-C28B-FA17-EF79674D71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54DECA2-29CF-4AEC-4518-7DBEF916A76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963AA08-6C81-26F8-732C-213BD95106A2}"/>
              </a:ext>
            </a:extLst>
          </p:cNvPr>
          <p:cNvSpPr>
            <a:spLocks noGrp="1"/>
          </p:cNvSpPr>
          <p:nvPr>
            <p:ph type="body" idx="1"/>
          </p:nvPr>
        </p:nvSpPr>
        <p:spPr/>
        <p:txBody>
          <a:bodyPr/>
          <a:lstStyle/>
          <a:p>
            <a:r>
              <a:rPr lang="en-US" dirty="0"/>
              <a:t>Plantilla genérica de contenido: título, tres ideas y espacio para captura o demo.</a:t>
            </a:r>
          </a:p>
        </p:txBody>
      </p:sp>
      <p:sp>
        <p:nvSpPr>
          <p:cNvPr id="4" name="Slide Number Placeholder 3">
            <a:extLst>
              <a:ext uri="{FF2B5EF4-FFF2-40B4-BE49-F238E27FC236}">
                <a16:creationId xmlns:a16="http://schemas.microsoft.com/office/drawing/2014/main" id="{A1913819-5947-B90C-5F4C-CCD436F39620}"/>
              </a:ext>
            </a:extLst>
          </p:cNvPr>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84679762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79E05-B89C-65C2-AE0B-A3B5C84863C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A29DDCB-B21E-A3FC-67F7-D6399A711A9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45E8CAF-10FA-DD56-036D-C2D7111120DD}"/>
              </a:ext>
            </a:extLst>
          </p:cNvPr>
          <p:cNvSpPr>
            <a:spLocks noGrp="1"/>
          </p:cNvSpPr>
          <p:nvPr>
            <p:ph type="body" idx="1"/>
          </p:nvPr>
        </p:nvSpPr>
        <p:spPr/>
        <p:txBody>
          <a:bodyPr/>
          <a:lstStyle/>
          <a:p>
            <a:r>
              <a:rPr lang="en-US" dirty="0"/>
              <a:t>Plantilla genérica de contenido: título, tres ideas y espacio para captura o demo.</a:t>
            </a:r>
          </a:p>
        </p:txBody>
      </p:sp>
      <p:sp>
        <p:nvSpPr>
          <p:cNvPr id="4" name="Slide Number Placeholder 3">
            <a:extLst>
              <a:ext uri="{FF2B5EF4-FFF2-40B4-BE49-F238E27FC236}">
                <a16:creationId xmlns:a16="http://schemas.microsoft.com/office/drawing/2014/main" id="{4D6773F8-DEED-CA43-D3D6-F0A6E18DCEB3}"/>
              </a:ext>
            </a:extLst>
          </p:cNvPr>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20354070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Plantilla genérica de contenido: título, tres ideas y espacio para captura o demo.</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F5E542-943C-3DD9-03C9-9E073463D5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F2FB48-3C0E-81B0-F57E-F305E1FB293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86AEF1-58A0-D160-49E1-698649D083A4}"/>
              </a:ext>
            </a:extLst>
          </p:cNvPr>
          <p:cNvSpPr>
            <a:spLocks noGrp="1"/>
          </p:cNvSpPr>
          <p:nvPr>
            <p:ph type="body" idx="1"/>
          </p:nvPr>
        </p:nvSpPr>
        <p:spPr/>
        <p:txBody>
          <a:bodyPr/>
          <a:lstStyle/>
          <a:p>
            <a:r>
              <a:rPr lang="en-US" dirty="0"/>
              <a:t>Plantilla genérica de contenido: título, tres ideas y espacio para captura o demo.</a:t>
            </a:r>
          </a:p>
        </p:txBody>
      </p:sp>
      <p:sp>
        <p:nvSpPr>
          <p:cNvPr id="4" name="Slide Number Placeholder 3">
            <a:extLst>
              <a:ext uri="{FF2B5EF4-FFF2-40B4-BE49-F238E27FC236}">
                <a16:creationId xmlns:a16="http://schemas.microsoft.com/office/drawing/2014/main" id="{4833B74E-D429-4CF8-6F2E-E44DF702F5EA}"/>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304534186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BF460-7EE3-CD64-6278-574B12D945A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532890-BE4E-9F56-DE85-EAA408A864C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56BE25-646F-1A94-5CB8-E3A2112A283A}"/>
              </a:ext>
            </a:extLst>
          </p:cNvPr>
          <p:cNvSpPr>
            <a:spLocks noGrp="1"/>
          </p:cNvSpPr>
          <p:nvPr>
            <p:ph type="body" idx="1"/>
          </p:nvPr>
        </p:nvSpPr>
        <p:spPr/>
        <p:txBody>
          <a:bodyPr/>
          <a:lstStyle/>
          <a:p>
            <a:r>
              <a:rPr lang="en-US" dirty="0"/>
              <a:t>Slide de transición entre bloques. Cambiar número, título y descripción.</a:t>
            </a:r>
          </a:p>
        </p:txBody>
      </p:sp>
      <p:sp>
        <p:nvSpPr>
          <p:cNvPr id="4" name="Slide Number Placeholder 3">
            <a:extLst>
              <a:ext uri="{FF2B5EF4-FFF2-40B4-BE49-F238E27FC236}">
                <a16:creationId xmlns:a16="http://schemas.microsoft.com/office/drawing/2014/main" id="{4DDCE980-6802-3672-25F2-BA4F111EC9EB}"/>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24489712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17C43D0-812A-3B68-639C-E488444AA02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07344C9-1780-6171-0EE0-FCB978950E8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ADFC97-55E0-D076-FE68-DA83FFFED13A}"/>
              </a:ext>
            </a:extLst>
          </p:cNvPr>
          <p:cNvSpPr>
            <a:spLocks noGrp="1"/>
          </p:cNvSpPr>
          <p:nvPr>
            <p:ph type="body" idx="1"/>
          </p:nvPr>
        </p:nvSpPr>
        <p:spPr/>
        <p:txBody>
          <a:bodyPr/>
          <a:lstStyle/>
          <a:p>
            <a:r>
              <a:rPr lang="en-US" dirty="0"/>
              <a:t>Plantilla genérica de contenido: título, tres ideas y espacio para captura o demo.</a:t>
            </a:r>
          </a:p>
        </p:txBody>
      </p:sp>
      <p:sp>
        <p:nvSpPr>
          <p:cNvPr id="4" name="Slide Number Placeholder 3">
            <a:extLst>
              <a:ext uri="{FF2B5EF4-FFF2-40B4-BE49-F238E27FC236}">
                <a16:creationId xmlns:a16="http://schemas.microsoft.com/office/drawing/2014/main" id="{D59C57D8-55A7-7005-E0C6-9A72CDE73596}"/>
              </a:ext>
            </a:extLst>
          </p:cNvPr>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343016489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7382D-6338-4FAA-905A-95D6160EEC2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BFB9C2A-BDBC-251E-3EB1-77D85550BDD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949B60-E5C3-6981-9A5A-C262892DC6B8}"/>
              </a:ext>
            </a:extLst>
          </p:cNvPr>
          <p:cNvSpPr>
            <a:spLocks noGrp="1"/>
          </p:cNvSpPr>
          <p:nvPr>
            <p:ph type="body" idx="1"/>
          </p:nvPr>
        </p:nvSpPr>
        <p:spPr/>
        <p:txBody>
          <a:bodyPr/>
          <a:lstStyle/>
          <a:p>
            <a:r>
              <a:rPr lang="en-US" dirty="0"/>
              <a:t>Plantilla genérica de contenido: título, tres ideas y espacio para captura o demo.</a:t>
            </a:r>
          </a:p>
        </p:txBody>
      </p:sp>
      <p:sp>
        <p:nvSpPr>
          <p:cNvPr id="4" name="Slide Number Placeholder 3">
            <a:extLst>
              <a:ext uri="{FF2B5EF4-FFF2-40B4-BE49-F238E27FC236}">
                <a16:creationId xmlns:a16="http://schemas.microsoft.com/office/drawing/2014/main" id="{C423112E-F36C-5E49-EF3B-CF9097B024F6}"/>
              </a:ext>
            </a:extLst>
          </p:cNvPr>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71227112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E34F082-DA8F-D7C7-6917-DF788DFD5AA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0D17FF4-6B2B-1EF7-1B7B-6214D7B3544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900769-AA0D-5DA6-1891-10A6B7949712}"/>
              </a:ext>
            </a:extLst>
          </p:cNvPr>
          <p:cNvSpPr>
            <a:spLocks noGrp="1"/>
          </p:cNvSpPr>
          <p:nvPr>
            <p:ph type="body" idx="1"/>
          </p:nvPr>
        </p:nvSpPr>
        <p:spPr/>
        <p:txBody>
          <a:bodyPr/>
          <a:lstStyle/>
          <a:p>
            <a:r>
              <a:rPr lang="en-US" dirty="0"/>
              <a:t>Plantilla genérica de contenido: título, tres ideas y espacio para captura o demo.</a:t>
            </a:r>
          </a:p>
        </p:txBody>
      </p:sp>
      <p:sp>
        <p:nvSpPr>
          <p:cNvPr id="4" name="Slide Number Placeholder 3">
            <a:extLst>
              <a:ext uri="{FF2B5EF4-FFF2-40B4-BE49-F238E27FC236}">
                <a16:creationId xmlns:a16="http://schemas.microsoft.com/office/drawing/2014/main" id="{1D9580AE-63EF-AAEA-6496-2B1383D0A711}"/>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13235650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C6843-3BFE-3B38-A806-AAB8EAAE8F7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573AD9-FA60-7EF0-1E08-06FEA22D5D4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E126732-9086-533C-634C-6709EE182073}"/>
              </a:ext>
            </a:extLst>
          </p:cNvPr>
          <p:cNvSpPr>
            <a:spLocks noGrp="1"/>
          </p:cNvSpPr>
          <p:nvPr>
            <p:ph type="body" idx="1"/>
          </p:nvPr>
        </p:nvSpPr>
        <p:spPr/>
        <p:txBody>
          <a:bodyPr/>
          <a:lstStyle/>
          <a:p>
            <a:r>
              <a:rPr lang="en-US" dirty="0"/>
              <a:t>Plantilla genérica de contenido: título, tres ideas y espacio para captura o demo.</a:t>
            </a:r>
          </a:p>
        </p:txBody>
      </p:sp>
      <p:sp>
        <p:nvSpPr>
          <p:cNvPr id="4" name="Slide Number Placeholder 3">
            <a:extLst>
              <a:ext uri="{FF2B5EF4-FFF2-40B4-BE49-F238E27FC236}">
                <a16:creationId xmlns:a16="http://schemas.microsoft.com/office/drawing/2014/main" id="{843BA6F2-110C-C292-EB04-2CA7BB8444AF}"/>
              </a:ext>
            </a:extLst>
          </p:cNvPr>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37205892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B4E7C-2076-EE8E-4163-FCF4391EB4A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88DCA8-508C-1E25-ED72-4CC9E7C49F6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26CB47-773C-DEB9-FF22-25D2F92C895F}"/>
              </a:ext>
            </a:extLst>
          </p:cNvPr>
          <p:cNvSpPr>
            <a:spLocks noGrp="1"/>
          </p:cNvSpPr>
          <p:nvPr>
            <p:ph type="body" idx="1"/>
          </p:nvPr>
        </p:nvSpPr>
        <p:spPr/>
        <p:txBody>
          <a:bodyPr/>
          <a:lstStyle/>
          <a:p>
            <a:r>
              <a:rPr lang="en-US" dirty="0"/>
              <a:t>Slide de transición entre bloques. Cambiar número, título y descripción.</a:t>
            </a:r>
          </a:p>
        </p:txBody>
      </p:sp>
      <p:sp>
        <p:nvSpPr>
          <p:cNvPr id="4" name="Slide Number Placeholder 3">
            <a:extLst>
              <a:ext uri="{FF2B5EF4-FFF2-40B4-BE49-F238E27FC236}">
                <a16:creationId xmlns:a16="http://schemas.microsoft.com/office/drawing/2014/main" id="{F727C390-8D3F-9C08-FA8F-58BE16E17F12}"/>
              </a:ext>
            </a:extLst>
          </p:cNvPr>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205986276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EOMONTH recibe una fecha y, de forma opcional, un desplazamiento de meses. Devuelve el último día del mes resultante como tipo date. En esta consulta no trabaja sola: DAY obtiene el día ancla, DATEADD lleva el cálculo al mes siguiente y DATEFROMPARTS construye la fecha candidata o esperada. CASE contiene la decisión. Mensaje clave: EOMONTH no define la regla de negocio; evita fechas inválidas cuando los meses tienen distinta duración.</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9D5725-AD1D-6271-F120-8E138F431C8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2CD0056-0117-74C2-2BE1-CA6BB3D444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D79306-9AC9-E53F-42C8-0E5A7ED2CD29}"/>
              </a:ext>
            </a:extLst>
          </p:cNvPr>
          <p:cNvSpPr>
            <a:spLocks noGrp="1"/>
          </p:cNvSpPr>
          <p:nvPr>
            <p:ph type="body" idx="1"/>
          </p:nvPr>
        </p:nvSpPr>
        <p:spPr/>
        <p:txBody>
          <a:bodyPr/>
          <a:lstStyle/>
          <a:p>
            <a:r>
              <a:rPr lang="en-US" dirty="0"/>
              <a:t>Plantilla genérica de contenido: título, tres ideas y espacio para captura o demo.</a:t>
            </a:r>
          </a:p>
        </p:txBody>
      </p:sp>
      <p:sp>
        <p:nvSpPr>
          <p:cNvPr id="4" name="Slide Number Placeholder 3">
            <a:extLst>
              <a:ext uri="{FF2B5EF4-FFF2-40B4-BE49-F238E27FC236}">
                <a16:creationId xmlns:a16="http://schemas.microsoft.com/office/drawing/2014/main" id="{08A8C97A-414A-5CE0-792A-29DB4CD7B44A}"/>
              </a:ext>
            </a:extLst>
          </p:cNvPr>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2073214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C90781-B288-9412-3BCA-B73464670A5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637B01-CC31-5C10-D878-DCEADB086C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8F07B5E-8914-158C-725A-9C5F23603326}"/>
              </a:ext>
            </a:extLst>
          </p:cNvPr>
          <p:cNvSpPr>
            <a:spLocks noGrp="1"/>
          </p:cNvSpPr>
          <p:nvPr>
            <p:ph type="body" idx="1"/>
          </p:nvPr>
        </p:nvSpPr>
        <p:spPr/>
        <p:txBody>
          <a:bodyPr/>
          <a:lstStyle/>
          <a:p>
            <a:r>
              <a:rPr lang="en-US" dirty="0"/>
              <a:t>Plantilla genérica de contenido: título, tres ideas y espacio para captura o demo.</a:t>
            </a:r>
          </a:p>
        </p:txBody>
      </p:sp>
      <p:sp>
        <p:nvSpPr>
          <p:cNvPr id="4" name="Slide Number Placeholder 3">
            <a:extLst>
              <a:ext uri="{FF2B5EF4-FFF2-40B4-BE49-F238E27FC236}">
                <a16:creationId xmlns:a16="http://schemas.microsoft.com/office/drawing/2014/main" id="{177FD8FA-C89D-529E-05D3-52BFAFCA3E20}"/>
              </a:ext>
            </a:extLst>
          </p:cNvPr>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25253896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513AE0-FB24-BED5-68AB-60AEB2A4FA6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0BF55B-BEF0-680D-2FB5-B754D69190A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F59B7AD-1730-02A9-9CD4-DF559E0986F8}"/>
              </a:ext>
            </a:extLst>
          </p:cNvPr>
          <p:cNvSpPr>
            <a:spLocks noGrp="1"/>
          </p:cNvSpPr>
          <p:nvPr>
            <p:ph type="body" idx="1"/>
          </p:nvPr>
        </p:nvSpPr>
        <p:spPr/>
        <p:txBody>
          <a:bodyPr/>
          <a:lstStyle/>
          <a:p>
            <a:r>
              <a:rPr lang="en-US" dirty="0"/>
              <a:t>Slide de transición entre bloques. Cambiar número, título y descripción.</a:t>
            </a:r>
          </a:p>
        </p:txBody>
      </p:sp>
      <p:sp>
        <p:nvSpPr>
          <p:cNvPr id="4" name="Slide Number Placeholder 3">
            <a:extLst>
              <a:ext uri="{FF2B5EF4-FFF2-40B4-BE49-F238E27FC236}">
                <a16:creationId xmlns:a16="http://schemas.microsoft.com/office/drawing/2014/main" id="{92CD7B6D-07C2-FF5F-7F66-F373A217ECF7}"/>
              </a:ext>
            </a:extLst>
          </p:cNvPr>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46565726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La regla de negocio debe fijar qué fecha es correcta antes de escribir SQL. EOMONTH resuelve el calendario, pero no toma esa decisión. La vista permite reutilizar la lógica para detectar, corregir y revalidar. El ejemplo cubre ciclos mensuales y fechas a nivel de día. En nuevas cargas, conviene prevenir el error en el origen, la aplicación o la ingesta. La validación complementa esos controles, pero no los sustituye.</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gracias a asistentes, voluntarios, Madridejos y patrocinadores. Invitar a compartir con los hashtags.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2286000" y="1683545"/>
            <a:ext cx="13716000" cy="3581400"/>
          </a:xfrm>
        </p:spPr>
        <p:txBody>
          <a:bodyPr anchor="b"/>
          <a:lstStyle>
            <a:lvl1pPr algn="ctr">
              <a:defRPr sz="9000"/>
            </a:lvl1pPr>
          </a:lstStyle>
          <a:p>
            <a:r>
              <a:rPr lang="es-ES"/>
              <a:t>Haga clic para modificar el estilo de título del patrón</a:t>
            </a:r>
            <a:endParaRPr lang="en-US" dirty="0"/>
          </a:p>
        </p:txBody>
      </p:sp>
      <p:sp>
        <p:nvSpPr>
          <p:cNvPr id="3" name="Subtitle 2"/>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s-ES"/>
              <a:t>Haga clic para modificar el estilo de subtítulo del patrón</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9/24/2026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3979179960"/>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9/24/2026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895524370"/>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itle 1"/>
          <p:cNvSpPr>
            <a:spLocks noGrp="1"/>
          </p:cNvSpPr>
          <p:nvPr>
            <p:ph type="title"/>
          </p:nvPr>
        </p:nvSpPr>
        <p:spPr>
          <a:xfrm>
            <a:off x="1247775" y="2564608"/>
            <a:ext cx="15773400" cy="4279106"/>
          </a:xfrm>
        </p:spPr>
        <p:txBody>
          <a:bodyPr anchor="b"/>
          <a:lstStyle>
            <a:lvl1pPr>
              <a:defRPr sz="9000"/>
            </a:lvl1pPr>
          </a:lstStyle>
          <a:p>
            <a:r>
              <a:rPr lang="es-ES"/>
              <a:t>Haga clic para modificar el estilo de título del patrón</a:t>
            </a:r>
            <a:endParaRPr lang="en-US" dirty="0"/>
          </a:p>
        </p:txBody>
      </p:sp>
      <p:sp>
        <p:nvSpPr>
          <p:cNvPr id="3" name="Text Placeholder 2"/>
          <p:cNvSpPr>
            <a:spLocks noGrp="1"/>
          </p:cNvSpPr>
          <p:nvPr>
            <p:ph type="body" idx="1"/>
          </p:nvPr>
        </p:nvSpPr>
        <p:spPr>
          <a:xfrm>
            <a:off x="1247775" y="6884195"/>
            <a:ext cx="15773400" cy="2250281"/>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s-ES"/>
              <a:t>Haga clic para modificar los estilos de texto del patrón</a:t>
            </a:r>
          </a:p>
        </p:txBody>
      </p:sp>
      <p:sp>
        <p:nvSpPr>
          <p:cNvPr id="4" name="Date Placeholder 3"/>
          <p:cNvSpPr>
            <a:spLocks noGrp="1"/>
          </p:cNvSpPr>
          <p:nvPr>
            <p:ph type="dt" sz="half" idx="10"/>
          </p:nvPr>
        </p:nvSpPr>
        <p:spPr/>
        <p:txBody>
          <a:bodyPr/>
          <a:lstStyle/>
          <a:p>
            <a:fld id="{C764DE79-268F-4C1A-8933-263129D2AF90}" type="datetimeFigureOut">
              <a:rPr lang="en-US" dirty="0"/>
              <a:t>9/24/2026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4110797202"/>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Content Placeholder 2"/>
          <p:cNvSpPr>
            <a:spLocks noGrp="1"/>
          </p:cNvSpPr>
          <p:nvPr>
            <p:ph sz="half" idx="1"/>
          </p:nvPr>
        </p:nvSpPr>
        <p:spPr>
          <a:xfrm>
            <a:off x="1257300" y="2738438"/>
            <a:ext cx="7772400" cy="65270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Content Placeholder 3"/>
          <p:cNvSpPr>
            <a:spLocks noGrp="1"/>
          </p:cNvSpPr>
          <p:nvPr>
            <p:ph sz="half" idx="2"/>
          </p:nvPr>
        </p:nvSpPr>
        <p:spPr>
          <a:xfrm>
            <a:off x="9258300" y="2738438"/>
            <a:ext cx="7772400" cy="6527007"/>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Date Placeholder 4"/>
          <p:cNvSpPr>
            <a:spLocks noGrp="1"/>
          </p:cNvSpPr>
          <p:nvPr>
            <p:ph type="dt" sz="half" idx="10"/>
          </p:nvPr>
        </p:nvSpPr>
        <p:spPr/>
        <p:txBody>
          <a:bodyPr/>
          <a:lstStyle/>
          <a:p>
            <a:fld id="{C764DE79-268F-4C1A-8933-263129D2AF90}" type="datetimeFigureOut">
              <a:rPr lang="en-US" dirty="0"/>
              <a:t>9/24/2026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2875645741"/>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itle 1"/>
          <p:cNvSpPr>
            <a:spLocks noGrp="1"/>
          </p:cNvSpPr>
          <p:nvPr>
            <p:ph type="title"/>
          </p:nvPr>
        </p:nvSpPr>
        <p:spPr>
          <a:xfrm>
            <a:off x="1259682" y="547688"/>
            <a:ext cx="15773400" cy="1988345"/>
          </a:xfrm>
        </p:spPr>
        <p:txBody>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s-ES"/>
              <a:t>Haga clic para modificar los estilos de texto del patrón</a:t>
            </a:r>
          </a:p>
        </p:txBody>
      </p:sp>
      <p:sp>
        <p:nvSpPr>
          <p:cNvPr id="4" name="Content Placeholder 3"/>
          <p:cNvSpPr>
            <a:spLocks noGrp="1"/>
          </p:cNvSpPr>
          <p:nvPr>
            <p:ph sz="half" idx="2"/>
          </p:nvPr>
        </p:nvSpPr>
        <p:spPr>
          <a:xfrm>
            <a:off x="1259683" y="3757613"/>
            <a:ext cx="7736681" cy="552688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5" name="Text Placeholder 4"/>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s-ES"/>
              <a:t>Haga clic para modificar los estilos de texto del patrón</a:t>
            </a:r>
          </a:p>
        </p:txBody>
      </p:sp>
      <p:sp>
        <p:nvSpPr>
          <p:cNvPr id="6" name="Content Placeholder 5"/>
          <p:cNvSpPr>
            <a:spLocks noGrp="1"/>
          </p:cNvSpPr>
          <p:nvPr>
            <p:ph sz="quarter" idx="4"/>
          </p:nvPr>
        </p:nvSpPr>
        <p:spPr>
          <a:xfrm>
            <a:off x="9258300" y="3757613"/>
            <a:ext cx="7774782" cy="5526882"/>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7" name="Date Placeholder 6"/>
          <p:cNvSpPr>
            <a:spLocks noGrp="1"/>
          </p:cNvSpPr>
          <p:nvPr>
            <p:ph type="dt" sz="half" idx="10"/>
          </p:nvPr>
        </p:nvSpPr>
        <p:spPr/>
        <p:txBody>
          <a:bodyPr/>
          <a:lstStyle/>
          <a:p>
            <a:fld id="{C764DE79-268F-4C1A-8933-263129D2AF90}" type="datetimeFigureOut">
              <a:rPr lang="en-US" dirty="0"/>
              <a:t>9/24/2026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3681149453"/>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Date Placeholder 2"/>
          <p:cNvSpPr>
            <a:spLocks noGrp="1"/>
          </p:cNvSpPr>
          <p:nvPr>
            <p:ph type="dt" sz="half" idx="10"/>
          </p:nvPr>
        </p:nvSpPr>
        <p:spPr/>
        <p:txBody>
          <a:bodyPr/>
          <a:lstStyle/>
          <a:p>
            <a:fld id="{C764DE79-268F-4C1A-8933-263129D2AF90}" type="datetimeFigureOut">
              <a:rPr lang="en-US" dirty="0"/>
              <a:t>9/24/2026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2590305459"/>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764DE79-268F-4C1A-8933-263129D2AF90}" type="datetimeFigureOut">
              <a:rPr lang="en-US" dirty="0"/>
              <a:t>9/24/2026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1008334785"/>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s-ES"/>
              <a:t>Haga clic para modificar el estilo de título del patrón</a:t>
            </a:r>
            <a:endParaRPr lang="en-US" dirty="0"/>
          </a:p>
        </p:txBody>
      </p:sp>
      <p:sp>
        <p:nvSpPr>
          <p:cNvPr id="3" name="Content Placeholder 2"/>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764DE79-268F-4C1A-8933-263129D2AF90}" type="datetimeFigureOut">
              <a:rPr lang="en-US" dirty="0"/>
              <a:t>9/24/2026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3709545416"/>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1259683" y="685800"/>
            <a:ext cx="5898356" cy="2400300"/>
          </a:xfrm>
        </p:spPr>
        <p:txBody>
          <a:bodyPr anchor="b"/>
          <a:lstStyle>
            <a:lvl1pPr>
              <a:defRPr sz="4800"/>
            </a:lvl1pPr>
          </a:lstStyle>
          <a:p>
            <a:r>
              <a:rPr lang="es-ES"/>
              <a:t>Haga clic para modificar el estilo de título del patrón</a:t>
            </a:r>
            <a:endParaRPr lang="en-US" dirty="0"/>
          </a:p>
        </p:txBody>
      </p:sp>
      <p:sp>
        <p:nvSpPr>
          <p:cNvPr id="3" name="Picture Placeholder 2"/>
          <p:cNvSpPr>
            <a:spLocks noGrp="1" noChangeAspect="1"/>
          </p:cNvSpPr>
          <p:nvPr>
            <p:ph type="pic" idx="1"/>
          </p:nvPr>
        </p:nvSpPr>
        <p:spPr>
          <a:xfrm>
            <a:off x="7774782" y="1481138"/>
            <a:ext cx="9258300" cy="7310438"/>
          </a:xfrm>
        </p:spPr>
        <p:txBody>
          <a:bodyPr anchor="t"/>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r>
              <a:rPr lang="es-ES"/>
              <a:t>Haga clic en el icono para agregar una imagen</a:t>
            </a:r>
            <a:endParaRPr lang="en-US" dirty="0"/>
          </a:p>
        </p:txBody>
      </p:sp>
      <p:sp>
        <p:nvSpPr>
          <p:cNvPr id="4" name="Text Placeholder 3"/>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s-ES"/>
              <a:t>Haga clic para modificar los estilos de texto del patrón</a:t>
            </a:r>
          </a:p>
        </p:txBody>
      </p:sp>
      <p:sp>
        <p:nvSpPr>
          <p:cNvPr id="5" name="Date Placeholder 4"/>
          <p:cNvSpPr>
            <a:spLocks noGrp="1"/>
          </p:cNvSpPr>
          <p:nvPr>
            <p:ph type="dt" sz="half" idx="10"/>
          </p:nvPr>
        </p:nvSpPr>
        <p:spPr/>
        <p:txBody>
          <a:bodyPr/>
          <a:lstStyle/>
          <a:p>
            <a:fld id="{C764DE79-268F-4C1A-8933-263129D2AF90}" type="datetimeFigureOut">
              <a:rPr lang="en-US" dirty="0"/>
              <a:t>9/24/2026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320029917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9/24/2026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1216894472"/>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3087350" y="547688"/>
            <a:ext cx="3943350" cy="8717757"/>
          </a:xfrm>
        </p:spPr>
        <p:txBody>
          <a:bodyPr vert="eaVert"/>
          <a:lstStyle/>
          <a:p>
            <a:r>
              <a:rPr lang="es-ES"/>
              <a:t>Haga clic para modificar el estilo de título del patrón</a:t>
            </a:r>
            <a:endParaRPr lang="en-US" dirty="0"/>
          </a:p>
        </p:txBody>
      </p:sp>
      <p:sp>
        <p:nvSpPr>
          <p:cNvPr id="3" name="Vertical Text Placeholder 2"/>
          <p:cNvSpPr>
            <a:spLocks noGrp="1"/>
          </p:cNvSpPr>
          <p:nvPr>
            <p:ph type="body" orient="vert" idx="1"/>
          </p:nvPr>
        </p:nvSpPr>
        <p:spPr>
          <a:xfrm>
            <a:off x="1257300" y="547688"/>
            <a:ext cx="11601450" cy="8717757"/>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10"/>
          </p:nvPr>
        </p:nvSpPr>
        <p:spPr/>
        <p:txBody>
          <a:bodyPr/>
          <a:lstStyle/>
          <a:p>
            <a:fld id="{C764DE79-268F-4C1A-8933-263129D2AF90}" type="datetimeFigureOut">
              <a:rPr lang="en-US" dirty="0"/>
              <a:t>9/24/2026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8F63A3B-78C7-47BE-AE5E-E10140E04643}" type="slidenum">
              <a:rPr lang="en-US" dirty="0"/>
              <a:t>‹Nº›</a:t>
            </a:fld>
            <a:endParaRPr lang="en-US" dirty="0"/>
          </a:p>
        </p:txBody>
      </p:sp>
    </p:spTree>
    <p:extLst>
      <p:ext uri="{BB962C8B-B14F-4D97-AF65-F5344CB8AC3E}">
        <p14:creationId xmlns:p14="http://schemas.microsoft.com/office/powerpoint/2010/main" val="3971347097"/>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513981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24812004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s-ES"/>
              <a:t>Haga clic para modificar el estilo de título del patrón</a:t>
            </a:r>
            <a:endParaRPr lang="en-US" dirty="0"/>
          </a:p>
        </p:txBody>
      </p:sp>
      <p:sp>
        <p:nvSpPr>
          <p:cNvPr id="3" name="Text Placeholder 2"/>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dirty="0"/>
          </a:p>
        </p:txBody>
      </p:sp>
      <p:sp>
        <p:nvSpPr>
          <p:cNvPr id="4" name="Date Placeholder 3"/>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fld id="{C764DE79-268F-4C1A-8933-263129D2AF90}" type="datetimeFigureOut">
              <a:rPr lang="en-US" dirty="0"/>
              <a:t>9/24/2026</a:t>
            </a:fld>
            <a:endParaRPr lang="en-US" dirty="0"/>
          </a:p>
        </p:txBody>
      </p:sp>
      <p:sp>
        <p:nvSpPr>
          <p:cNvPr id="5" name="Footer Placeholder 4"/>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fld id="{48F63A3B-78C7-47BE-AE5E-E10140E04643}" type="slidenum">
              <a:rPr lang="en-US" dirty="0"/>
              <a:t>‹Nº›</a:t>
            </a:fld>
            <a:endParaRPr lang="en-US" dirty="0"/>
          </a:p>
        </p:txBody>
      </p:sp>
    </p:spTree>
    <p:extLst>
      <p:ext uri="{BB962C8B-B14F-4D97-AF65-F5344CB8AC3E}">
        <p14:creationId xmlns:p14="http://schemas.microsoft.com/office/powerpoint/2010/main" val="133882350"/>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Lst>
  <p:hf sldNum="0" hdr="0" ftr="0" dt="0"/>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4.xml.rels><?xml version="1.0" encoding="UTF-8" standalone="yes"?>
<Relationships xmlns="http://schemas.openxmlformats.org/package/2006/relationships"><Relationship Id="rId8" Type="http://schemas.openxmlformats.org/officeDocument/2006/relationships/image" Target="../media/image9.jpeg"/><Relationship Id="rId3" Type="http://schemas.openxmlformats.org/officeDocument/2006/relationships/image" Target="../media/image4.jpg"/><Relationship Id="rId7" Type="http://schemas.openxmlformats.org/officeDocument/2006/relationships/image" Target="../media/image8.png"/><Relationship Id="rId12"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image" Target="../media/image7.png"/><Relationship Id="rId11" Type="http://schemas.openxmlformats.org/officeDocument/2006/relationships/image" Target="../media/image12.png"/><Relationship Id="rId5" Type="http://schemas.openxmlformats.org/officeDocument/2006/relationships/image" Target="../media/image6.pn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png"/></Relationships>
</file>

<file path=ppt/slides/_rels/slide5.xml.rels><?xml version="1.0" encoding="UTF-8" standalone="yes"?>
<Relationships xmlns="http://schemas.openxmlformats.org/package/2006/relationships"><Relationship Id="rId8" Type="http://schemas.openxmlformats.org/officeDocument/2006/relationships/image" Target="../media/image17.png"/><Relationship Id="rId3" Type="http://schemas.openxmlformats.org/officeDocument/2006/relationships/image" Target="../media/image1.pn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5.png"/><Relationship Id="rId11" Type="http://schemas.openxmlformats.org/officeDocument/2006/relationships/image" Target="../media/image20.png"/><Relationship Id="rId5" Type="http://schemas.openxmlformats.org/officeDocument/2006/relationships/image" Target="../media/image14.jpg"/><Relationship Id="rId10" Type="http://schemas.openxmlformats.org/officeDocument/2006/relationships/image" Target="../media/image19.png"/><Relationship Id="rId4" Type="http://schemas.openxmlformats.org/officeDocument/2006/relationships/image" Target="../media/image13.jpeg"/><Relationship Id="rId9"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2.xml"/><Relationship Id="rId4" Type="http://schemas.openxmlformats.org/officeDocument/2006/relationships/image" Target="../media/image22.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2.xml"/><Relationship Id="rId4" Type="http://schemas.openxmlformats.org/officeDocument/2006/relationships/image" Target="../media/image23.png"/></Relationships>
</file>

<file path=ppt/slides/_rels/slide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12.xml"/><Relationship Id="rId4"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2.xml"/><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2.xml"/><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2.xml"/><Relationship Id="rId4" Type="http://schemas.openxmlformats.org/officeDocument/2006/relationships/image" Target="../media/image27.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2.xml"/><Relationship Id="rId4" Type="http://schemas.openxmlformats.org/officeDocument/2006/relationships/image" Target="../media/image28.png"/></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12.xml"/><Relationship Id="rId4" Type="http://schemas.openxmlformats.org/officeDocument/2006/relationships/image" Target="../media/image29.png"/></Relationships>
</file>

<file path=ppt/slides/_rels/slide1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12.xml"/><Relationship Id="rId4" Type="http://schemas.openxmlformats.org/officeDocument/2006/relationships/image" Target="../media/image30.png"/></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12.xml"/><Relationship Id="rId4" Type="http://schemas.openxmlformats.org/officeDocument/2006/relationships/image" Target="../media/image31.png"/></Relationships>
</file>

<file path=ppt/slides/_rels/slide20.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13.xml"/></Relationships>
</file>

<file path=ppt/slides/_rels/slide22.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22.xml"/><Relationship Id="rId1" Type="http://schemas.openxmlformats.org/officeDocument/2006/relationships/slideLayout" Target="../slideLayouts/slideLayout12.xml"/><Relationship Id="rId4" Type="http://schemas.openxmlformats.org/officeDocument/2006/relationships/image" Target="../media/image33.jpe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10000"/>
          </a:blip>
          <a:stretch>
            <a:fillRect/>
          </a:stretch>
        </p:blipFill>
        <p:spPr>
          <a:xfrm>
            <a:off x="7786910" y="-3715682"/>
            <a:ext cx="15039722" cy="15039722"/>
          </a:xfrm>
          <a:prstGeom prst="rect">
            <a:avLst/>
          </a:prstGeom>
        </p:spPr>
      </p:pic>
      <p:pic>
        <p:nvPicPr>
          <p:cNvPr id="3" name="Image 1" descr="preencoded.png"/>
          <p:cNvPicPr>
            <a:picLocks noChangeAspect="1"/>
          </p:cNvPicPr>
          <p:nvPr/>
        </p:nvPicPr>
        <p:blipFill>
          <a:blip r:embed="rId3"/>
          <a:stretch>
            <a:fillRect/>
          </a:stretch>
        </p:blipFill>
        <p:spPr>
          <a:xfrm>
            <a:off x="861099" y="1188941"/>
            <a:ext cx="1428750" cy="1428750"/>
          </a:xfrm>
          <a:prstGeom prst="rect">
            <a:avLst/>
          </a:prstGeom>
        </p:spPr>
      </p:pic>
      <p:pic>
        <p:nvPicPr>
          <p:cNvPr id="4" name="Image 2" descr="preencoded.png"/>
          <p:cNvPicPr>
            <a:picLocks noChangeAspect="1"/>
          </p:cNvPicPr>
          <p:nvPr/>
        </p:nvPicPr>
        <p:blipFill>
          <a:blip r:embed="rId4"/>
          <a:stretch>
            <a:fillRect/>
          </a:stretch>
        </p:blipFill>
        <p:spPr>
          <a:xfrm>
            <a:off x="14757401" y="7524571"/>
            <a:ext cx="3200872" cy="2262845"/>
          </a:xfrm>
          <a:prstGeom prst="rect">
            <a:avLst/>
          </a:prstGeom>
        </p:spPr>
      </p:pic>
      <p:sp>
        <p:nvSpPr>
          <p:cNvPr id="5" name="Text 0"/>
          <p:cNvSpPr/>
          <p:nvPr/>
        </p:nvSpPr>
        <p:spPr>
          <a:xfrm>
            <a:off x="2397756" y="1648985"/>
            <a:ext cx="11679820" cy="1077281"/>
          </a:xfrm>
          <a:prstGeom prst="rect">
            <a:avLst/>
          </a:prstGeom>
          <a:noFill/>
          <a:ln/>
        </p:spPr>
        <p:txBody>
          <a:bodyPr wrap="square" lIns="25400" tIns="25400" rIns="25400" bIns="25400" rtlCol="0" anchor="t">
            <a:noAutofit/>
          </a:bodyPr>
          <a:lstStyle/>
          <a:p>
            <a:pPr marL="0" indent="0" algn="l">
              <a:buNone/>
            </a:pPr>
            <a:r>
              <a:rPr lang="en-US" sz="3600" kern="0" spc="495" dirty="0">
                <a:solidFill>
                  <a:srgbClr val="6B3FA8"/>
                </a:solidFill>
                <a:latin typeface="JetBrains Mono" pitchFamily="34" charset="0"/>
                <a:ea typeface="JetBrains Mono" pitchFamily="34" charset="-122"/>
                <a:cs typeface="JetBrains Mono" pitchFamily="34" charset="-120"/>
              </a:rPr>
              <a:t>2º POWER PLATFORM WEEKEND</a:t>
            </a:r>
            <a:endParaRPr lang="en-US" sz="3600" dirty="0"/>
          </a:p>
        </p:txBody>
      </p:sp>
      <p:sp>
        <p:nvSpPr>
          <p:cNvPr id="6" name="Text 1"/>
          <p:cNvSpPr/>
          <p:nvPr/>
        </p:nvSpPr>
        <p:spPr>
          <a:xfrm>
            <a:off x="973341" y="2800078"/>
            <a:ext cx="12456636" cy="1545297"/>
          </a:xfrm>
          <a:prstGeom prst="rect">
            <a:avLst/>
          </a:prstGeom>
          <a:noFill/>
          <a:ln/>
        </p:spPr>
        <p:txBody>
          <a:bodyPr wrap="none" lIns="25400" tIns="25400" rIns="25400" bIns="25400" rtlCol="0" anchor="t">
            <a:noAutofit/>
          </a:bodyPr>
          <a:lstStyle/>
          <a:p>
            <a:pPr marL="0" indent="0" algn="l">
              <a:lnSpc>
                <a:spcPct val="73106"/>
              </a:lnSpc>
              <a:buNone/>
            </a:pPr>
            <a:r>
              <a:rPr lang="en-US" sz="10000" b="1" kern="0" spc="-387" dirty="0">
                <a:solidFill>
                  <a:srgbClr val="211E2B"/>
                </a:solidFill>
                <a:latin typeface="Outfit" pitchFamily="34" charset="0"/>
                <a:ea typeface="Outfit" pitchFamily="34" charset="-122"/>
                <a:cs typeface="Outfit" pitchFamily="34" charset="-120"/>
              </a:rPr>
              <a:t>Castilla-La Mancha</a:t>
            </a:r>
            <a:endParaRPr lang="en-US" sz="10000" dirty="0"/>
          </a:p>
        </p:txBody>
      </p:sp>
      <p:sp>
        <p:nvSpPr>
          <p:cNvPr id="7" name="Text 2"/>
          <p:cNvSpPr/>
          <p:nvPr/>
        </p:nvSpPr>
        <p:spPr>
          <a:xfrm>
            <a:off x="1047705" y="7363949"/>
            <a:ext cx="3873018" cy="572938"/>
          </a:xfrm>
          <a:prstGeom prst="rect">
            <a:avLst/>
          </a:prstGeom>
          <a:noFill/>
          <a:ln/>
        </p:spPr>
        <p:txBody>
          <a:bodyPr wrap="square" lIns="25400" tIns="25400" rIns="25400" bIns="25400" rtlCol="0" anchor="t">
            <a:normAutofit/>
          </a:bodyPr>
          <a:lstStyle/>
          <a:p>
            <a:pPr marL="0" indent="0" algn="l">
              <a:buNone/>
            </a:pPr>
            <a:r>
              <a:rPr lang="en-US" sz="3300" dirty="0">
                <a:solidFill>
                  <a:srgbClr val="211E2B"/>
                </a:solidFill>
                <a:latin typeface="Outfit" pitchFamily="34" charset="0"/>
                <a:ea typeface="Outfit" pitchFamily="34" charset="-122"/>
                <a:cs typeface="Outfit" pitchFamily="34" charset="-120"/>
              </a:rPr>
              <a:t>Madridejos, Toledo</a:t>
            </a:r>
            <a:endParaRPr lang="en-US" sz="3300" dirty="0"/>
          </a:p>
        </p:txBody>
      </p:sp>
      <p:sp>
        <p:nvSpPr>
          <p:cNvPr id="8" name="Text 3"/>
          <p:cNvSpPr/>
          <p:nvPr/>
        </p:nvSpPr>
        <p:spPr>
          <a:xfrm>
            <a:off x="4710196" y="7383910"/>
            <a:ext cx="6293617" cy="572938"/>
          </a:xfrm>
          <a:prstGeom prst="rect">
            <a:avLst/>
          </a:prstGeom>
          <a:noFill/>
          <a:ln/>
        </p:spPr>
        <p:txBody>
          <a:bodyPr wrap="square" lIns="25400" tIns="25400" rIns="25400" bIns="25400" rtlCol="0" anchor="t">
            <a:normAutofit/>
          </a:bodyPr>
          <a:lstStyle/>
          <a:p>
            <a:pPr marL="0" indent="0" algn="l">
              <a:buNone/>
            </a:pPr>
            <a:r>
              <a:rPr lang="en-US" sz="3300" dirty="0">
                <a:latin typeface="Outfit" pitchFamily="34" charset="0"/>
                <a:ea typeface="Outfit" pitchFamily="34" charset="-122"/>
                <a:cs typeface="Outfit" pitchFamily="34" charset="-120"/>
              </a:rPr>
              <a:t>25 y 26 de septiembre de 2026</a:t>
            </a:r>
            <a:endParaRPr lang="en-US" sz="3300" dirty="0"/>
          </a:p>
        </p:txBody>
      </p:sp>
      <p:sp>
        <p:nvSpPr>
          <p:cNvPr id="9" name="Text 4"/>
          <p:cNvSpPr/>
          <p:nvPr/>
        </p:nvSpPr>
        <p:spPr>
          <a:xfrm>
            <a:off x="1093986" y="8139235"/>
            <a:ext cx="7897614" cy="745466"/>
          </a:xfrm>
          <a:prstGeom prst="rect">
            <a:avLst/>
          </a:prstGeom>
          <a:noFill/>
          <a:ln/>
        </p:spPr>
        <p:txBody>
          <a:bodyPr wrap="square" lIns="25400" tIns="25400" rIns="25400" bIns="25400" rtlCol="0" anchor="t">
            <a:normAutofit/>
          </a:bodyPr>
          <a:lstStyle/>
          <a:p>
            <a:pPr marL="0" indent="0" algn="l">
              <a:buNone/>
            </a:pPr>
            <a:r>
              <a:rPr lang="en-US" sz="2100" dirty="0">
                <a:solidFill>
                  <a:srgbClr val="6B6577"/>
                </a:solidFill>
                <a:latin typeface="JetBrains Mono" pitchFamily="34" charset="0"/>
                <a:ea typeface="JetBrains Mono" pitchFamily="34" charset="-122"/>
                <a:cs typeface="JetBrains Mono" pitchFamily="34" charset="-120"/>
              </a:rPr>
              <a:t>Organiza: Albacete Power BI &amp; Fabric User Group</a:t>
            </a:r>
          </a:p>
        </p:txBody>
      </p:sp>
      <p:sp>
        <p:nvSpPr>
          <p:cNvPr id="12" name="Text 17">
            <a:extLst>
              <a:ext uri="{FF2B5EF4-FFF2-40B4-BE49-F238E27FC236}">
                <a16:creationId xmlns:a16="http://schemas.microsoft.com/office/drawing/2014/main" id="{C3747CE1-2BEB-6825-F978-DDCD6992E651}"/>
              </a:ext>
            </a:extLst>
          </p:cNvPr>
          <p:cNvSpPr/>
          <p:nvPr/>
        </p:nvSpPr>
        <p:spPr>
          <a:xfrm>
            <a:off x="1093986" y="8783823"/>
            <a:ext cx="9229787" cy="745466"/>
          </a:xfrm>
          <a:prstGeom prst="rect">
            <a:avLst/>
          </a:prstGeom>
          <a:noFill/>
          <a:ln/>
        </p:spPr>
        <p:txBody>
          <a:bodyPr wrap="square" lIns="25400" tIns="25400" rIns="25400" bIns="25400" rtlCol="0" anchor="t">
            <a:normAutofit/>
          </a:bodyPr>
          <a:lstStyle/>
          <a:p>
            <a:pPr marL="0" indent="0" algn="l">
              <a:buNone/>
            </a:pPr>
            <a:r>
              <a:rPr lang="en-US" sz="2100" dirty="0">
                <a:solidFill>
                  <a:srgbClr val="6B6577"/>
                </a:solidFill>
                <a:latin typeface="JetBrains Mono" pitchFamily="34" charset="0"/>
                <a:ea typeface="JetBrains Mono" pitchFamily="34" charset="-122"/>
                <a:cs typeface="JetBrains Mono" pitchFamily="34" charset="-120"/>
              </a:rPr>
              <a:t>#techenelpueblo · #somoscomunidad · #ppwclm · #madridejos</a:t>
            </a:r>
            <a:endParaRPr lang="en-US" sz="2100" dirty="0"/>
          </a:p>
        </p:txBody>
      </p:sp>
      <p:sp>
        <p:nvSpPr>
          <p:cNvPr id="11" name="Text 1">
            <a:extLst>
              <a:ext uri="{FF2B5EF4-FFF2-40B4-BE49-F238E27FC236}">
                <a16:creationId xmlns:a16="http://schemas.microsoft.com/office/drawing/2014/main" id="{75AFE155-E817-78F4-83FA-7EAAFD189CC6}"/>
              </a:ext>
            </a:extLst>
          </p:cNvPr>
          <p:cNvSpPr/>
          <p:nvPr/>
        </p:nvSpPr>
        <p:spPr>
          <a:xfrm>
            <a:off x="1047705" y="4423691"/>
            <a:ext cx="12456636" cy="1545297"/>
          </a:xfrm>
          <a:prstGeom prst="rect">
            <a:avLst/>
          </a:prstGeom>
          <a:noFill/>
          <a:ln/>
        </p:spPr>
        <p:txBody>
          <a:bodyPr wrap="none" lIns="25400" tIns="25400" rIns="25400" bIns="25400" rtlCol="0" anchor="t">
            <a:noAutofit/>
          </a:bodyPr>
          <a:lstStyle/>
          <a:p>
            <a:pPr indent="0" algn="l">
              <a:buNone/>
            </a:pPr>
            <a:r>
              <a:rPr lang="en-US" sz="5800" b="1" kern="0" spc="-387" dirty="0" err="1">
                <a:solidFill>
                  <a:srgbClr val="211E2B"/>
                </a:solidFill>
                <a:latin typeface="Outfit" pitchFamily="34" charset="0"/>
                <a:ea typeface="Outfit" pitchFamily="34" charset="-122"/>
              </a:rPr>
              <a:t>Validando</a:t>
            </a:r>
            <a:r>
              <a:rPr lang="en-US" sz="5800" b="1" kern="0" spc="-387" dirty="0">
                <a:solidFill>
                  <a:srgbClr val="211E2B"/>
                </a:solidFill>
                <a:latin typeface="Outfit" pitchFamily="34" charset="0"/>
                <a:ea typeface="Outfit" pitchFamily="34" charset="-122"/>
              </a:rPr>
              <a:t> </a:t>
            </a:r>
            <a:r>
              <a:rPr lang="en-US" sz="5800" b="1" kern="0" spc="-387" dirty="0" err="1">
                <a:solidFill>
                  <a:srgbClr val="211E2B"/>
                </a:solidFill>
                <a:latin typeface="Outfit" pitchFamily="34" charset="0"/>
                <a:ea typeface="Outfit" pitchFamily="34" charset="-122"/>
              </a:rPr>
              <a:t>reglas</a:t>
            </a:r>
            <a:r>
              <a:rPr lang="en-US" sz="5800" b="1" kern="0" spc="-387" dirty="0">
                <a:solidFill>
                  <a:srgbClr val="211E2B"/>
                </a:solidFill>
                <a:latin typeface="Outfit" pitchFamily="34" charset="0"/>
                <a:ea typeface="Outfit" pitchFamily="34" charset="-122"/>
              </a:rPr>
              <a:t> de </a:t>
            </a:r>
            <a:r>
              <a:rPr lang="en-US" sz="5800" b="1" kern="0" spc="-387" dirty="0" err="1">
                <a:solidFill>
                  <a:srgbClr val="211E2B"/>
                </a:solidFill>
                <a:latin typeface="Outfit" pitchFamily="34" charset="0"/>
                <a:ea typeface="Outfit" pitchFamily="34" charset="-122"/>
              </a:rPr>
              <a:t>negocio</a:t>
            </a:r>
            <a:r>
              <a:rPr lang="en-US" sz="5800" b="1" kern="0" spc="-387" dirty="0">
                <a:solidFill>
                  <a:srgbClr val="211E2B"/>
                </a:solidFill>
                <a:latin typeface="Outfit" pitchFamily="34" charset="0"/>
                <a:ea typeface="Outfit" pitchFamily="34" charset="-122"/>
              </a:rPr>
              <a:t> con SQL Server: </a:t>
            </a:r>
          </a:p>
          <a:p>
            <a:pPr indent="0" algn="l">
              <a:buNone/>
            </a:pPr>
            <a:r>
              <a:rPr lang="en-US" sz="5800" b="1" kern="0" spc="-387" dirty="0">
                <a:solidFill>
                  <a:srgbClr val="211E2B"/>
                </a:solidFill>
                <a:latin typeface="Outfit" pitchFamily="34" charset="0"/>
                <a:ea typeface="Outfit" pitchFamily="34" charset="-122"/>
              </a:rPr>
              <a:t>un </a:t>
            </a:r>
            <a:r>
              <a:rPr lang="en-US" sz="5800" b="1" kern="0" spc="-387" dirty="0" err="1">
                <a:solidFill>
                  <a:srgbClr val="211E2B"/>
                </a:solidFill>
                <a:latin typeface="Outfit" pitchFamily="34" charset="0"/>
                <a:ea typeface="Outfit" pitchFamily="34" charset="-122"/>
              </a:rPr>
              <a:t>caso</a:t>
            </a:r>
            <a:r>
              <a:rPr lang="en-US" sz="5800" b="1" kern="0" spc="-387" dirty="0">
                <a:solidFill>
                  <a:srgbClr val="211E2B"/>
                </a:solidFill>
                <a:latin typeface="Outfit" pitchFamily="34" charset="0"/>
                <a:ea typeface="Outfit" pitchFamily="34" charset="-122"/>
              </a:rPr>
              <a:t> </a:t>
            </a:r>
            <a:r>
              <a:rPr lang="en-US" sz="5800" b="1" kern="0" spc="-387" dirty="0" err="1">
                <a:solidFill>
                  <a:srgbClr val="211E2B"/>
                </a:solidFill>
                <a:latin typeface="Outfit" pitchFamily="34" charset="0"/>
                <a:ea typeface="Outfit" pitchFamily="34" charset="-122"/>
              </a:rPr>
              <a:t>práctico</a:t>
            </a:r>
            <a:r>
              <a:rPr lang="en-US" sz="5800" b="1" kern="0" spc="-387" dirty="0">
                <a:solidFill>
                  <a:srgbClr val="211E2B"/>
                </a:solidFill>
                <a:latin typeface="Outfit" pitchFamily="34" charset="0"/>
                <a:ea typeface="Outfit" pitchFamily="34" charset="-122"/>
              </a:rPr>
              <a:t> con EOMONTH</a:t>
            </a:r>
            <a:endParaRPr lang="en-US" sz="5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EE"/>
        </a:solidFill>
        <a:effectLst/>
      </p:bgPr>
    </p:bg>
    <p:spTree>
      <p:nvGrpSpPr>
        <p:cNvPr id="1" name=""/>
        <p:cNvGrpSpPr/>
        <p:nvPr/>
      </p:nvGrpSpPr>
      <p:grpSpPr>
        <a:xfrm>
          <a:off x="0" y="0"/>
          <a:ext cx="0" cy="0"/>
          <a:chOff x="0" y="0"/>
          <a:chExt cx="0" cy="0"/>
        </a:xfrm>
      </p:grpSpPr>
      <p:sp>
        <p:nvSpPr>
          <p:cNvPr id="3" name="Text 1"/>
          <p:cNvSpPr/>
          <p:nvPr/>
        </p:nvSpPr>
        <p:spPr>
          <a:xfrm>
            <a:off x="1047705" y="1496548"/>
            <a:ext cx="12655416" cy="952500"/>
          </a:xfrm>
          <a:prstGeom prst="rect">
            <a:avLst/>
          </a:prstGeom>
          <a:noFill/>
          <a:ln/>
        </p:spPr>
        <p:txBody>
          <a:bodyPr wrap="none" lIns="25400" tIns="25400" rIns="25400" bIns="25400" rtlCol="0" anchor="t">
            <a:noAutofit/>
          </a:bodyPr>
          <a:lstStyle/>
          <a:p>
            <a:pPr marL="0" indent="0" algn="l">
              <a:buNone/>
            </a:pPr>
            <a:r>
              <a:rPr lang="en-US" sz="5700" b="1" kern="0" spc="-114" dirty="0">
                <a:solidFill>
                  <a:srgbClr val="211E2B"/>
                </a:solidFill>
                <a:latin typeface="Outfit" pitchFamily="34" charset="0"/>
                <a:ea typeface="Outfit" pitchFamily="34" charset="-122"/>
                <a:cs typeface="Outfit" pitchFamily="34" charset="-120"/>
              </a:rPr>
              <a:t>Agenda de la sesión</a:t>
            </a:r>
            <a:endParaRPr lang="en-US" sz="5700" dirty="0"/>
          </a:p>
        </p:txBody>
      </p:sp>
      <p:pic>
        <p:nvPicPr>
          <p:cNvPr id="4" name="Image 0" descr="preencoded.png"/>
          <p:cNvPicPr>
            <a:picLocks noChangeAspect="1"/>
          </p:cNvPicPr>
          <p:nvPr/>
        </p:nvPicPr>
        <p:blipFill>
          <a:blip r:embed="rId3">
            <a:alphaModFix amt="85000"/>
          </a:blip>
          <a:stretch>
            <a:fillRect/>
          </a:stretch>
        </p:blipFill>
        <p:spPr>
          <a:xfrm>
            <a:off x="15433964" y="193784"/>
            <a:ext cx="2564958" cy="2564958"/>
          </a:xfrm>
          <a:prstGeom prst="rect">
            <a:avLst/>
          </a:prstGeom>
        </p:spPr>
      </p:pic>
      <p:sp>
        <p:nvSpPr>
          <p:cNvPr id="5" name="Shape 2"/>
          <p:cNvSpPr/>
          <p:nvPr/>
        </p:nvSpPr>
        <p:spPr>
          <a:xfrm>
            <a:off x="1047705" y="3077608"/>
            <a:ext cx="16192590" cy="17253"/>
          </a:xfrm>
          <a:prstGeom prst="rect">
            <a:avLst/>
          </a:prstGeom>
          <a:solidFill>
            <a:srgbClr val="DDD8CC"/>
          </a:solidFill>
          <a:ln/>
        </p:spPr>
        <p:txBody>
          <a:bodyPr/>
          <a:lstStyle/>
          <a:p>
            <a:endParaRPr lang="es-ES"/>
          </a:p>
        </p:txBody>
      </p:sp>
      <p:sp>
        <p:nvSpPr>
          <p:cNvPr id="6" name="Text 3"/>
          <p:cNvSpPr/>
          <p:nvPr/>
        </p:nvSpPr>
        <p:spPr>
          <a:xfrm>
            <a:off x="1047705" y="3466875"/>
            <a:ext cx="1990626" cy="417662"/>
          </a:xfrm>
          <a:prstGeom prst="rect">
            <a:avLst/>
          </a:prstGeom>
          <a:noFill/>
          <a:ln/>
        </p:spPr>
        <p:txBody>
          <a:bodyPr wrap="square" lIns="25400" tIns="25400" rIns="25400" bIns="25400" rtlCol="0" anchor="t">
            <a:normAutofit/>
          </a:bodyPr>
          <a:lstStyle/>
          <a:p>
            <a:pPr marL="0" indent="0" algn="l">
              <a:buNone/>
            </a:pPr>
            <a:r>
              <a:rPr lang="en-US" sz="2250" b="1" dirty="0">
                <a:solidFill>
                  <a:srgbClr val="E0A526"/>
                </a:solidFill>
                <a:latin typeface="JetBrains Mono" pitchFamily="34" charset="0"/>
                <a:ea typeface="JetBrains Mono" pitchFamily="34" charset="-122"/>
                <a:cs typeface="JetBrains Mono" pitchFamily="34" charset="-120"/>
              </a:rPr>
              <a:t>BLOQUE 1</a:t>
            </a:r>
            <a:endParaRPr lang="en-US" sz="2250" b="1" dirty="0"/>
          </a:p>
        </p:txBody>
      </p:sp>
      <p:sp>
        <p:nvSpPr>
          <p:cNvPr id="7" name="Text 4"/>
          <p:cNvSpPr/>
          <p:nvPr/>
        </p:nvSpPr>
        <p:spPr>
          <a:xfrm>
            <a:off x="3278743" y="3380611"/>
            <a:ext cx="7500093" cy="512553"/>
          </a:xfrm>
          <a:prstGeom prst="rect">
            <a:avLst/>
          </a:prstGeom>
          <a:noFill/>
          <a:ln/>
        </p:spPr>
        <p:txBody>
          <a:bodyPr wrap="square" lIns="25400" tIns="25400" rIns="25400" bIns="25400" rtlCol="0" anchor="t">
            <a:noAutofit/>
          </a:bodyPr>
          <a:lstStyle/>
          <a:p>
            <a:pPr marL="0" indent="0" algn="l">
              <a:buNone/>
            </a:pPr>
            <a:r>
              <a:rPr lang="en-US" sz="3000" b="1" dirty="0">
                <a:solidFill>
                  <a:srgbClr val="211E2B"/>
                </a:solidFill>
                <a:latin typeface="Outfit" pitchFamily="34" charset="0"/>
                <a:ea typeface="Outfit" pitchFamily="34" charset="-122"/>
              </a:rPr>
              <a:t>Caso </a:t>
            </a:r>
            <a:r>
              <a:rPr lang="en-US" sz="3000" b="1" dirty="0" err="1">
                <a:solidFill>
                  <a:srgbClr val="211E2B"/>
                </a:solidFill>
                <a:latin typeface="Outfit" pitchFamily="34" charset="0"/>
                <a:ea typeface="Outfit" pitchFamily="34" charset="-122"/>
              </a:rPr>
              <a:t>práctico</a:t>
            </a:r>
            <a:r>
              <a:rPr lang="en-US" sz="3000" b="1" dirty="0">
                <a:solidFill>
                  <a:srgbClr val="211E2B"/>
                </a:solidFill>
                <a:latin typeface="Outfit" pitchFamily="34" charset="0"/>
                <a:ea typeface="Outfit" pitchFamily="34" charset="-122"/>
              </a:rPr>
              <a:t> y </a:t>
            </a:r>
            <a:r>
              <a:rPr lang="en-US" sz="3000" b="1" dirty="0" err="1">
                <a:solidFill>
                  <a:srgbClr val="211E2B"/>
                </a:solidFill>
                <a:latin typeface="Outfit" pitchFamily="34" charset="0"/>
                <a:ea typeface="Outfit" pitchFamily="34" charset="-122"/>
              </a:rPr>
              <a:t>origen</a:t>
            </a:r>
            <a:r>
              <a:rPr lang="en-US" sz="3000" b="1" dirty="0">
                <a:solidFill>
                  <a:srgbClr val="211E2B"/>
                </a:solidFill>
                <a:latin typeface="Outfit" pitchFamily="34" charset="0"/>
                <a:ea typeface="Outfit" pitchFamily="34" charset="-122"/>
              </a:rPr>
              <a:t> del </a:t>
            </a:r>
            <a:r>
              <a:rPr lang="en-US" sz="3000" b="1" dirty="0" err="1">
                <a:solidFill>
                  <a:srgbClr val="211E2B"/>
                </a:solidFill>
                <a:latin typeface="Outfit" pitchFamily="34" charset="0"/>
                <a:ea typeface="Outfit" pitchFamily="34" charset="-122"/>
              </a:rPr>
              <a:t>problema</a:t>
            </a:r>
            <a:endParaRPr lang="en-US" sz="3000" dirty="0"/>
          </a:p>
        </p:txBody>
      </p:sp>
      <p:sp>
        <p:nvSpPr>
          <p:cNvPr id="8" name="Text 5"/>
          <p:cNvSpPr/>
          <p:nvPr/>
        </p:nvSpPr>
        <p:spPr>
          <a:xfrm>
            <a:off x="11141892" y="3409006"/>
            <a:ext cx="6554133" cy="417662"/>
          </a:xfrm>
          <a:prstGeom prst="rect">
            <a:avLst/>
          </a:prstGeom>
          <a:noFill/>
          <a:ln/>
        </p:spPr>
        <p:txBody>
          <a:bodyPr wrap="none" lIns="25400" tIns="25400" rIns="25400" bIns="25400" rtlCol="0" anchor="t">
            <a:noAutofit/>
          </a:bodyPr>
          <a:lstStyle/>
          <a:p>
            <a:pPr marL="0" indent="0" algn="l">
              <a:buNone/>
            </a:pPr>
            <a:r>
              <a:rPr lang="en-US" sz="2400" dirty="0">
                <a:solidFill>
                  <a:srgbClr val="6B6577"/>
                </a:solidFill>
                <a:latin typeface="Outfit" pitchFamily="34" charset="0"/>
                <a:ea typeface="Outfit" pitchFamily="34" charset="-122"/>
              </a:rPr>
              <a:t>Del dataset </a:t>
            </a:r>
            <a:r>
              <a:rPr lang="en-US" sz="2400" dirty="0" err="1">
                <a:solidFill>
                  <a:srgbClr val="6B6577"/>
                </a:solidFill>
                <a:latin typeface="Outfit" pitchFamily="34" charset="0"/>
                <a:ea typeface="Outfit" pitchFamily="34" charset="-122"/>
              </a:rPr>
              <a:t>sintético</a:t>
            </a:r>
            <a:r>
              <a:rPr lang="en-US" sz="2400" dirty="0">
                <a:solidFill>
                  <a:srgbClr val="6B6577"/>
                </a:solidFill>
                <a:latin typeface="Outfit" pitchFamily="34" charset="0"/>
                <a:ea typeface="Outfit" pitchFamily="34" charset="-122"/>
              </a:rPr>
              <a:t> a la </a:t>
            </a:r>
            <a:r>
              <a:rPr lang="en-US" sz="2400" dirty="0" err="1">
                <a:solidFill>
                  <a:srgbClr val="6B6577"/>
                </a:solidFill>
                <a:latin typeface="Outfit" pitchFamily="34" charset="0"/>
                <a:ea typeface="Outfit" pitchFamily="34" charset="-122"/>
              </a:rPr>
              <a:t>inconsistencia</a:t>
            </a:r>
            <a:r>
              <a:rPr lang="en-US" sz="2400" dirty="0">
                <a:solidFill>
                  <a:srgbClr val="6B6577"/>
                </a:solidFill>
                <a:latin typeface="Outfit" pitchFamily="34" charset="0"/>
                <a:ea typeface="Outfit" pitchFamily="34" charset="-122"/>
              </a:rPr>
              <a:t> temporal </a:t>
            </a:r>
            <a:endParaRPr lang="en-US" sz="2400" dirty="0"/>
          </a:p>
        </p:txBody>
      </p:sp>
      <p:sp>
        <p:nvSpPr>
          <p:cNvPr id="9" name="Shape 6"/>
          <p:cNvSpPr/>
          <p:nvPr/>
        </p:nvSpPr>
        <p:spPr>
          <a:xfrm>
            <a:off x="1047705" y="4140814"/>
            <a:ext cx="16192590" cy="17253"/>
          </a:xfrm>
          <a:prstGeom prst="rect">
            <a:avLst/>
          </a:prstGeom>
          <a:solidFill>
            <a:srgbClr val="DDD8CC"/>
          </a:solidFill>
          <a:ln/>
        </p:spPr>
        <p:txBody>
          <a:bodyPr/>
          <a:lstStyle/>
          <a:p>
            <a:endParaRPr lang="es-ES"/>
          </a:p>
        </p:txBody>
      </p:sp>
      <p:sp>
        <p:nvSpPr>
          <p:cNvPr id="10" name="Text 7"/>
          <p:cNvSpPr/>
          <p:nvPr/>
        </p:nvSpPr>
        <p:spPr>
          <a:xfrm>
            <a:off x="1047705" y="4530081"/>
            <a:ext cx="1990626" cy="417662"/>
          </a:xfrm>
          <a:prstGeom prst="rect">
            <a:avLst/>
          </a:prstGeom>
          <a:noFill/>
          <a:ln/>
        </p:spPr>
        <p:txBody>
          <a:bodyPr wrap="square" lIns="25400" tIns="25400" rIns="25400" bIns="25400" rtlCol="0" anchor="t">
            <a:normAutofit/>
          </a:bodyPr>
          <a:lstStyle/>
          <a:p>
            <a:pPr marL="0" indent="0" algn="l">
              <a:buNone/>
            </a:pPr>
            <a:r>
              <a:rPr lang="en-US" sz="2250" b="1" dirty="0">
                <a:solidFill>
                  <a:srgbClr val="E0A526"/>
                </a:solidFill>
                <a:latin typeface="JetBrains Mono" pitchFamily="34" charset="0"/>
                <a:ea typeface="JetBrains Mono" pitchFamily="34" charset="-122"/>
                <a:cs typeface="JetBrains Mono" pitchFamily="34" charset="-120"/>
              </a:rPr>
              <a:t>BLOQUE 2</a:t>
            </a:r>
            <a:endParaRPr lang="en-US" sz="2250" b="1" dirty="0"/>
          </a:p>
        </p:txBody>
      </p:sp>
      <p:sp>
        <p:nvSpPr>
          <p:cNvPr id="11" name="Text 8"/>
          <p:cNvSpPr/>
          <p:nvPr/>
        </p:nvSpPr>
        <p:spPr>
          <a:xfrm>
            <a:off x="3276419" y="4443817"/>
            <a:ext cx="7942041" cy="512553"/>
          </a:xfrm>
          <a:prstGeom prst="rect">
            <a:avLst/>
          </a:prstGeom>
          <a:noFill/>
          <a:ln/>
        </p:spPr>
        <p:txBody>
          <a:bodyPr wrap="none" lIns="25400" tIns="25400" rIns="25400" bIns="25400" rtlCol="0" anchor="t">
            <a:noAutofit/>
          </a:bodyPr>
          <a:lstStyle/>
          <a:p>
            <a:r>
              <a:rPr lang="en-US" sz="3000" b="1" dirty="0">
                <a:solidFill>
                  <a:srgbClr val="211E2B"/>
                </a:solidFill>
                <a:latin typeface="Outfit" pitchFamily="34" charset="0"/>
                <a:ea typeface="Outfit" pitchFamily="34" charset="-122"/>
              </a:rPr>
              <a:t>Modelo de </a:t>
            </a:r>
            <a:r>
              <a:rPr lang="en-US" sz="3000" b="1" dirty="0" err="1">
                <a:solidFill>
                  <a:srgbClr val="211E2B"/>
                </a:solidFill>
                <a:latin typeface="Outfit" pitchFamily="34" charset="0"/>
                <a:ea typeface="Outfit" pitchFamily="34" charset="-122"/>
              </a:rPr>
              <a:t>suscripciones</a:t>
            </a:r>
            <a:r>
              <a:rPr lang="en-US" sz="3000" b="1" dirty="0">
                <a:solidFill>
                  <a:srgbClr val="211E2B"/>
                </a:solidFill>
                <a:latin typeface="Outfit" pitchFamily="34" charset="0"/>
                <a:ea typeface="Outfit" pitchFamily="34" charset="-122"/>
              </a:rPr>
              <a:t> y </a:t>
            </a:r>
            <a:r>
              <a:rPr lang="en-US" sz="3000" b="1" dirty="0" err="1">
                <a:solidFill>
                  <a:srgbClr val="211E2B"/>
                </a:solidFill>
                <a:latin typeface="Outfit" pitchFamily="34" charset="0"/>
                <a:ea typeface="Outfit" pitchFamily="34" charset="-122"/>
              </a:rPr>
              <a:t>regla</a:t>
            </a:r>
            <a:r>
              <a:rPr lang="en-US" sz="3000" b="1" dirty="0">
                <a:solidFill>
                  <a:srgbClr val="211E2B"/>
                </a:solidFill>
                <a:latin typeface="Outfit" pitchFamily="34" charset="0"/>
                <a:ea typeface="Outfit" pitchFamily="34" charset="-122"/>
              </a:rPr>
              <a:t> de </a:t>
            </a:r>
            <a:r>
              <a:rPr lang="en-US" sz="3000" b="1" dirty="0" err="1">
                <a:solidFill>
                  <a:srgbClr val="211E2B"/>
                </a:solidFill>
                <a:latin typeface="Outfit" pitchFamily="34" charset="0"/>
                <a:ea typeface="Outfit" pitchFamily="34" charset="-122"/>
              </a:rPr>
              <a:t>negocio</a:t>
            </a:r>
            <a:endParaRPr lang="en-US" sz="3000" dirty="0"/>
          </a:p>
        </p:txBody>
      </p:sp>
      <p:sp>
        <p:nvSpPr>
          <p:cNvPr id="12" name="Text 9"/>
          <p:cNvSpPr/>
          <p:nvPr/>
        </p:nvSpPr>
        <p:spPr>
          <a:xfrm>
            <a:off x="12093696" y="4483226"/>
            <a:ext cx="6124642" cy="417662"/>
          </a:xfrm>
          <a:prstGeom prst="rect">
            <a:avLst/>
          </a:prstGeom>
          <a:noFill/>
          <a:ln/>
        </p:spPr>
        <p:txBody>
          <a:bodyPr wrap="square" lIns="25400" tIns="25400" rIns="25400" bIns="25400" rtlCol="0" anchor="t">
            <a:normAutofit/>
          </a:bodyPr>
          <a:lstStyle/>
          <a:p>
            <a:r>
              <a:rPr lang="en-US" sz="2400" dirty="0" err="1">
                <a:solidFill>
                  <a:srgbClr val="6B6577"/>
                </a:solidFill>
                <a:latin typeface="Outfit" pitchFamily="34" charset="0"/>
                <a:ea typeface="Outfit" pitchFamily="34" charset="-122"/>
                <a:cs typeface="Outfit" pitchFamily="34" charset="-120"/>
              </a:rPr>
              <a:t>Episodios</a:t>
            </a:r>
            <a:r>
              <a:rPr lang="en-US" sz="2400" dirty="0">
                <a:solidFill>
                  <a:srgbClr val="6B6577"/>
                </a:solidFill>
                <a:latin typeface="Outfit" pitchFamily="34" charset="0"/>
                <a:ea typeface="Outfit" pitchFamily="34" charset="-122"/>
                <a:cs typeface="Outfit" pitchFamily="34" charset="-120"/>
              </a:rPr>
              <a:t>, </a:t>
            </a:r>
            <a:r>
              <a:rPr lang="en-US" sz="2400" dirty="0" err="1">
                <a:solidFill>
                  <a:srgbClr val="6B6577"/>
                </a:solidFill>
                <a:latin typeface="Outfit" pitchFamily="34" charset="0"/>
                <a:ea typeface="Outfit" pitchFamily="34" charset="-122"/>
                <a:cs typeface="Outfit" pitchFamily="34" charset="-120"/>
              </a:rPr>
              <a:t>ciclo</a:t>
            </a:r>
            <a:r>
              <a:rPr lang="en-US" sz="2400" dirty="0">
                <a:solidFill>
                  <a:srgbClr val="6B6577"/>
                </a:solidFill>
                <a:latin typeface="Outfit" pitchFamily="34" charset="0"/>
                <a:ea typeface="Outfit" pitchFamily="34" charset="-122"/>
                <a:cs typeface="Outfit" pitchFamily="34" charset="-120"/>
              </a:rPr>
              <a:t> de </a:t>
            </a:r>
            <a:r>
              <a:rPr lang="en-US" sz="2400" dirty="0" err="1">
                <a:solidFill>
                  <a:srgbClr val="6B6577"/>
                </a:solidFill>
                <a:latin typeface="Outfit" pitchFamily="34" charset="0"/>
                <a:ea typeface="Outfit" pitchFamily="34" charset="-122"/>
                <a:cs typeface="Outfit" pitchFamily="34" charset="-120"/>
              </a:rPr>
              <a:t>facturación</a:t>
            </a:r>
            <a:r>
              <a:rPr lang="en-US" sz="2400" dirty="0">
                <a:solidFill>
                  <a:srgbClr val="6B6577"/>
                </a:solidFill>
                <a:latin typeface="Outfit" pitchFamily="34" charset="0"/>
                <a:ea typeface="Outfit" pitchFamily="34" charset="-122"/>
                <a:cs typeface="Outfit" pitchFamily="34" charset="-120"/>
              </a:rPr>
              <a:t> y día </a:t>
            </a:r>
            <a:r>
              <a:rPr lang="en-US" sz="2400" dirty="0" err="1">
                <a:solidFill>
                  <a:srgbClr val="6B6577"/>
                </a:solidFill>
                <a:latin typeface="Outfit" pitchFamily="34" charset="0"/>
                <a:ea typeface="Outfit" pitchFamily="34" charset="-122"/>
                <a:cs typeface="Outfit" pitchFamily="34" charset="-120"/>
              </a:rPr>
              <a:t>ancla</a:t>
            </a:r>
            <a:endParaRPr lang="en-US" sz="2400" dirty="0"/>
          </a:p>
        </p:txBody>
      </p:sp>
      <p:sp>
        <p:nvSpPr>
          <p:cNvPr id="13" name="Shape 10"/>
          <p:cNvSpPr/>
          <p:nvPr/>
        </p:nvSpPr>
        <p:spPr>
          <a:xfrm>
            <a:off x="1047705" y="5204020"/>
            <a:ext cx="16192590" cy="17253"/>
          </a:xfrm>
          <a:prstGeom prst="rect">
            <a:avLst/>
          </a:prstGeom>
          <a:solidFill>
            <a:srgbClr val="DDD8CC"/>
          </a:solidFill>
          <a:ln/>
        </p:spPr>
        <p:txBody>
          <a:bodyPr/>
          <a:lstStyle/>
          <a:p>
            <a:endParaRPr lang="es-ES"/>
          </a:p>
        </p:txBody>
      </p:sp>
      <p:sp>
        <p:nvSpPr>
          <p:cNvPr id="14" name="Text 11"/>
          <p:cNvSpPr/>
          <p:nvPr/>
        </p:nvSpPr>
        <p:spPr>
          <a:xfrm>
            <a:off x="1047705" y="5593286"/>
            <a:ext cx="1990626" cy="417662"/>
          </a:xfrm>
          <a:prstGeom prst="rect">
            <a:avLst/>
          </a:prstGeom>
          <a:noFill/>
          <a:ln/>
        </p:spPr>
        <p:txBody>
          <a:bodyPr wrap="square" lIns="25400" tIns="25400" rIns="25400" bIns="25400" rtlCol="0" anchor="t">
            <a:normAutofit/>
          </a:bodyPr>
          <a:lstStyle/>
          <a:p>
            <a:pPr marL="0" indent="0" algn="l">
              <a:buNone/>
            </a:pPr>
            <a:r>
              <a:rPr lang="en-US" sz="2250" b="1" dirty="0">
                <a:solidFill>
                  <a:srgbClr val="E0A526"/>
                </a:solidFill>
                <a:latin typeface="JetBrains Mono" pitchFamily="34" charset="0"/>
                <a:ea typeface="JetBrains Mono" pitchFamily="34" charset="-122"/>
                <a:cs typeface="JetBrains Mono" pitchFamily="34" charset="-120"/>
              </a:rPr>
              <a:t>BLOQUE 3</a:t>
            </a:r>
            <a:endParaRPr lang="en-US" sz="2250" b="1" dirty="0"/>
          </a:p>
        </p:txBody>
      </p:sp>
      <p:sp>
        <p:nvSpPr>
          <p:cNvPr id="15" name="Text 12"/>
          <p:cNvSpPr/>
          <p:nvPr/>
        </p:nvSpPr>
        <p:spPr>
          <a:xfrm>
            <a:off x="3276420" y="5507023"/>
            <a:ext cx="7502416" cy="512553"/>
          </a:xfrm>
          <a:prstGeom prst="rect">
            <a:avLst/>
          </a:prstGeom>
          <a:noFill/>
          <a:ln/>
        </p:spPr>
        <p:txBody>
          <a:bodyPr wrap="none" lIns="25400" tIns="25400" rIns="25400" bIns="25400" rtlCol="0" anchor="t">
            <a:noAutofit/>
          </a:bodyPr>
          <a:lstStyle/>
          <a:p>
            <a:r>
              <a:rPr lang="en-US" sz="3000" b="1" dirty="0">
                <a:solidFill>
                  <a:srgbClr val="211E2B"/>
                </a:solidFill>
                <a:latin typeface="Outfit" pitchFamily="34" charset="0"/>
                <a:ea typeface="Outfit" pitchFamily="34" charset="-122"/>
              </a:rPr>
              <a:t>Demo - </a:t>
            </a:r>
            <a:r>
              <a:rPr lang="en-US" sz="3000" b="1" dirty="0" err="1">
                <a:solidFill>
                  <a:srgbClr val="211E2B"/>
                </a:solidFill>
                <a:latin typeface="Outfit" pitchFamily="34" charset="0"/>
                <a:ea typeface="Outfit" pitchFamily="34" charset="-122"/>
              </a:rPr>
              <a:t>Validación</a:t>
            </a:r>
            <a:r>
              <a:rPr lang="en-US" sz="3000" b="1" dirty="0">
                <a:solidFill>
                  <a:srgbClr val="211E2B"/>
                </a:solidFill>
                <a:latin typeface="Outfit" pitchFamily="34" charset="0"/>
                <a:ea typeface="Outfit" pitchFamily="34" charset="-122"/>
              </a:rPr>
              <a:t> y </a:t>
            </a:r>
            <a:r>
              <a:rPr lang="en-US" sz="3000" b="1" dirty="0" err="1">
                <a:solidFill>
                  <a:srgbClr val="211E2B"/>
                </a:solidFill>
                <a:latin typeface="Outfit" pitchFamily="34" charset="0"/>
                <a:ea typeface="Outfit" pitchFamily="34" charset="-122"/>
              </a:rPr>
              <a:t>corrección</a:t>
            </a:r>
            <a:r>
              <a:rPr lang="en-US" sz="3000" b="1" dirty="0">
                <a:solidFill>
                  <a:srgbClr val="211E2B"/>
                </a:solidFill>
                <a:latin typeface="Outfit" pitchFamily="34" charset="0"/>
                <a:ea typeface="Outfit" pitchFamily="34" charset="-122"/>
              </a:rPr>
              <a:t> </a:t>
            </a:r>
            <a:r>
              <a:rPr lang="en-US" sz="3000" b="1" dirty="0" err="1">
                <a:solidFill>
                  <a:srgbClr val="211E2B"/>
                </a:solidFill>
                <a:latin typeface="Outfit" pitchFamily="34" charset="0"/>
                <a:ea typeface="Outfit" pitchFamily="34" charset="-122"/>
              </a:rPr>
              <a:t>en</a:t>
            </a:r>
            <a:r>
              <a:rPr lang="en-US" sz="3000" b="1" dirty="0">
                <a:solidFill>
                  <a:srgbClr val="211E2B"/>
                </a:solidFill>
                <a:latin typeface="Outfit" pitchFamily="34" charset="0"/>
                <a:ea typeface="Outfit" pitchFamily="34" charset="-122"/>
              </a:rPr>
              <a:t> SQL Server</a:t>
            </a:r>
            <a:endParaRPr lang="en-US" sz="3000" dirty="0"/>
          </a:p>
        </p:txBody>
      </p:sp>
      <p:sp>
        <p:nvSpPr>
          <p:cNvPr id="16" name="Text 13"/>
          <p:cNvSpPr/>
          <p:nvPr/>
        </p:nvSpPr>
        <p:spPr>
          <a:xfrm>
            <a:off x="11606141" y="5561105"/>
            <a:ext cx="6124642" cy="417662"/>
          </a:xfrm>
          <a:prstGeom prst="rect">
            <a:avLst/>
          </a:prstGeom>
          <a:noFill/>
          <a:ln/>
        </p:spPr>
        <p:txBody>
          <a:bodyPr wrap="none" lIns="25400" tIns="25400" rIns="25400" bIns="25400" rtlCol="0" anchor="t">
            <a:noAutofit/>
          </a:bodyPr>
          <a:lstStyle/>
          <a:p>
            <a:pPr algn="r"/>
            <a:r>
              <a:rPr lang="en-US" sz="2400" dirty="0">
                <a:solidFill>
                  <a:srgbClr val="6B6577"/>
                </a:solidFill>
                <a:latin typeface="Outfit" pitchFamily="34" charset="0"/>
              </a:rPr>
              <a:t>EOMONTH, </a:t>
            </a:r>
            <a:r>
              <a:rPr lang="en-US" sz="2400" dirty="0" err="1">
                <a:solidFill>
                  <a:srgbClr val="6B6577"/>
                </a:solidFill>
                <a:latin typeface="Outfit" pitchFamily="34" charset="0"/>
              </a:rPr>
              <a:t>clasificación</a:t>
            </a:r>
            <a:r>
              <a:rPr lang="en-US" sz="2400" dirty="0">
                <a:solidFill>
                  <a:srgbClr val="6B6577"/>
                </a:solidFill>
                <a:latin typeface="Outfit" pitchFamily="34" charset="0"/>
              </a:rPr>
              <a:t> y </a:t>
            </a:r>
            <a:r>
              <a:rPr lang="en-US" sz="2400" dirty="0" err="1">
                <a:solidFill>
                  <a:srgbClr val="6B6577"/>
                </a:solidFill>
                <a:latin typeface="Outfit" pitchFamily="34" charset="0"/>
              </a:rPr>
              <a:t>revalidación</a:t>
            </a:r>
            <a:endParaRPr lang="en-US" sz="2400" dirty="0"/>
          </a:p>
        </p:txBody>
      </p:sp>
      <p:sp>
        <p:nvSpPr>
          <p:cNvPr id="17" name="Shape 14"/>
          <p:cNvSpPr/>
          <p:nvPr/>
        </p:nvSpPr>
        <p:spPr>
          <a:xfrm>
            <a:off x="1047705" y="7352459"/>
            <a:ext cx="16192590" cy="17253"/>
          </a:xfrm>
          <a:prstGeom prst="rect">
            <a:avLst/>
          </a:prstGeom>
          <a:solidFill>
            <a:srgbClr val="DDD8CC"/>
          </a:solidFill>
          <a:ln/>
        </p:spPr>
        <p:txBody>
          <a:bodyPr/>
          <a:lstStyle/>
          <a:p>
            <a:endParaRPr lang="es-ES"/>
          </a:p>
        </p:txBody>
      </p:sp>
      <p:sp>
        <p:nvSpPr>
          <p:cNvPr id="18" name="Shape 15"/>
          <p:cNvSpPr/>
          <p:nvPr/>
        </p:nvSpPr>
        <p:spPr>
          <a:xfrm>
            <a:off x="1047705" y="6267226"/>
            <a:ext cx="16192590" cy="17253"/>
          </a:xfrm>
          <a:prstGeom prst="rect">
            <a:avLst/>
          </a:prstGeom>
          <a:solidFill>
            <a:srgbClr val="DDD8CC"/>
          </a:solidFill>
          <a:ln/>
        </p:spPr>
        <p:txBody>
          <a:bodyPr/>
          <a:lstStyle/>
          <a:p>
            <a:endParaRPr lang="es-ES"/>
          </a:p>
        </p:txBody>
      </p:sp>
      <p:sp>
        <p:nvSpPr>
          <p:cNvPr id="19" name="Text 16"/>
          <p:cNvSpPr/>
          <p:nvPr/>
        </p:nvSpPr>
        <p:spPr>
          <a:xfrm>
            <a:off x="1047705" y="6656493"/>
            <a:ext cx="1990626" cy="417662"/>
          </a:xfrm>
          <a:prstGeom prst="rect">
            <a:avLst/>
          </a:prstGeom>
          <a:noFill/>
          <a:ln/>
        </p:spPr>
        <p:txBody>
          <a:bodyPr wrap="square" lIns="25400" tIns="25400" rIns="25400" bIns="25400" rtlCol="0" anchor="t">
            <a:normAutofit/>
          </a:bodyPr>
          <a:lstStyle/>
          <a:p>
            <a:pPr marL="0" indent="0" algn="l">
              <a:buNone/>
            </a:pPr>
            <a:r>
              <a:rPr lang="en-US" sz="2250" b="1" dirty="0">
                <a:solidFill>
                  <a:srgbClr val="E0A526"/>
                </a:solidFill>
                <a:latin typeface="JetBrains Mono" pitchFamily="34" charset="0"/>
                <a:ea typeface="JetBrains Mono" pitchFamily="34" charset="-122"/>
                <a:cs typeface="JetBrains Mono" pitchFamily="34" charset="-120"/>
              </a:rPr>
              <a:t>BLOQUE 4</a:t>
            </a:r>
            <a:endParaRPr lang="en-US" sz="2250" b="1" dirty="0"/>
          </a:p>
        </p:txBody>
      </p:sp>
      <p:sp>
        <p:nvSpPr>
          <p:cNvPr id="20" name="Text 17"/>
          <p:cNvSpPr/>
          <p:nvPr/>
        </p:nvSpPr>
        <p:spPr>
          <a:xfrm>
            <a:off x="3276419" y="6590656"/>
            <a:ext cx="7502416" cy="512553"/>
          </a:xfrm>
          <a:prstGeom prst="rect">
            <a:avLst/>
          </a:prstGeom>
          <a:noFill/>
          <a:ln/>
        </p:spPr>
        <p:txBody>
          <a:bodyPr wrap="none" lIns="25400" tIns="25400" rIns="25400" bIns="25400" rtlCol="0" anchor="t">
            <a:noAutofit/>
          </a:bodyPr>
          <a:lstStyle/>
          <a:p>
            <a:r>
              <a:rPr lang="en-US" sz="3000" b="1" dirty="0" err="1">
                <a:solidFill>
                  <a:srgbClr val="211E2B"/>
                </a:solidFill>
                <a:latin typeface="Outfit"/>
              </a:rPr>
              <a:t>Conclusiones</a:t>
            </a:r>
            <a:r>
              <a:rPr lang="en-US" sz="3000" b="1" dirty="0">
                <a:solidFill>
                  <a:srgbClr val="211E2B"/>
                </a:solidFill>
                <a:latin typeface="Outfit"/>
              </a:rPr>
              <a:t> y </a:t>
            </a:r>
            <a:r>
              <a:rPr lang="en-US" sz="3000" b="1" dirty="0" err="1">
                <a:solidFill>
                  <a:srgbClr val="211E2B"/>
                </a:solidFill>
                <a:latin typeface="Outfit"/>
              </a:rPr>
              <a:t>limitaciones</a:t>
            </a:r>
            <a:endParaRPr lang="en-US" sz="3000" dirty="0"/>
          </a:p>
        </p:txBody>
      </p:sp>
      <p:sp>
        <p:nvSpPr>
          <p:cNvPr id="21" name="Text 18"/>
          <p:cNvSpPr/>
          <p:nvPr/>
        </p:nvSpPr>
        <p:spPr>
          <a:xfrm>
            <a:off x="11571383" y="6624311"/>
            <a:ext cx="6159400" cy="417662"/>
          </a:xfrm>
          <a:prstGeom prst="rect">
            <a:avLst/>
          </a:prstGeom>
          <a:noFill/>
          <a:ln/>
        </p:spPr>
        <p:txBody>
          <a:bodyPr wrap="none" lIns="25400" tIns="25400" rIns="25400" bIns="25400" rtlCol="0" anchor="t">
            <a:noAutofit/>
          </a:bodyPr>
          <a:lstStyle/>
          <a:p>
            <a:pPr algn="r"/>
            <a:r>
              <a:rPr lang="en-US" sz="2400" dirty="0" err="1">
                <a:solidFill>
                  <a:srgbClr val="6B6577"/>
                </a:solidFill>
                <a:latin typeface="Outfit" pitchFamily="34" charset="0"/>
                <a:ea typeface="Outfit" pitchFamily="34" charset="-122"/>
              </a:rPr>
              <a:t>Aprendizajes</a:t>
            </a:r>
            <a:r>
              <a:rPr lang="en-US" sz="2400" dirty="0">
                <a:solidFill>
                  <a:srgbClr val="6B6577"/>
                </a:solidFill>
                <a:latin typeface="Outfit" pitchFamily="34" charset="0"/>
                <a:ea typeface="Outfit" pitchFamily="34" charset="-122"/>
              </a:rPr>
              <a:t> y </a:t>
            </a:r>
            <a:r>
              <a:rPr lang="en-US" sz="2400" dirty="0" err="1">
                <a:solidFill>
                  <a:srgbClr val="6B6577"/>
                </a:solidFill>
                <a:latin typeface="Outfit" pitchFamily="34" charset="0"/>
                <a:ea typeface="Outfit" pitchFamily="34" charset="-122"/>
              </a:rPr>
              <a:t>límites</a:t>
            </a:r>
            <a:r>
              <a:rPr lang="en-US" sz="2400" dirty="0">
                <a:solidFill>
                  <a:srgbClr val="6B6577"/>
                </a:solidFill>
                <a:latin typeface="Outfit" pitchFamily="34" charset="0"/>
                <a:ea typeface="Outfit" pitchFamily="34" charset="-122"/>
              </a:rPr>
              <a:t> de la </a:t>
            </a:r>
            <a:r>
              <a:rPr lang="en-US" sz="2400" dirty="0" err="1">
                <a:solidFill>
                  <a:srgbClr val="6B6577"/>
                </a:solidFill>
                <a:latin typeface="Outfit" pitchFamily="34" charset="0"/>
                <a:ea typeface="Outfit" pitchFamily="34" charset="-122"/>
              </a:rPr>
              <a:t>solución</a:t>
            </a:r>
            <a:endParaRPr lang="en-US" sz="2400" dirty="0"/>
          </a:p>
        </p:txBody>
      </p:sp>
      <p:sp>
        <p:nvSpPr>
          <p:cNvPr id="22" name="Text 19"/>
          <p:cNvSpPr/>
          <p:nvPr/>
        </p:nvSpPr>
        <p:spPr>
          <a:xfrm>
            <a:off x="1047705" y="9171362"/>
            <a:ext cx="17811848" cy="391783"/>
          </a:xfrm>
          <a:prstGeom prst="rect">
            <a:avLst/>
          </a:prstGeom>
          <a:noFill/>
          <a:ln/>
        </p:spPr>
        <p:txBody>
          <a:bodyPr wrap="square" lIns="25400" tIns="25400" rIns="25400" bIns="25400" rtlCol="0" anchor="t">
            <a:normAutofit/>
          </a:bodyPr>
          <a:lstStyle/>
          <a:p>
            <a:pPr marL="0" indent="0" algn="l">
              <a:buNone/>
            </a:pPr>
            <a:r>
              <a:rPr lang="en-US" sz="2100" dirty="0">
                <a:solidFill>
                  <a:srgbClr val="6B6577"/>
                </a:solidFill>
                <a:latin typeface="JetBrains Mono" pitchFamily="34" charset="0"/>
                <a:ea typeface="JetBrains Mono" pitchFamily="34" charset="-122"/>
                <a:cs typeface="JetBrains Mono" pitchFamily="34" charset="-120"/>
              </a:rPr>
              <a:t>#techenelpueblo · #somoscomunidad · #ppwclm · #madridejos</a:t>
            </a:r>
            <a:endParaRPr lang="en-US" sz="2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EE"/>
        </a:solidFill>
        <a:effectLst/>
      </p:bgPr>
    </p:bg>
    <p:spTree>
      <p:nvGrpSpPr>
        <p:cNvPr id="1" name=""/>
        <p:cNvGrpSpPr/>
        <p:nvPr/>
      </p:nvGrpSpPr>
      <p:grpSpPr>
        <a:xfrm>
          <a:off x="0" y="0"/>
          <a:ext cx="0" cy="0"/>
          <a:chOff x="0" y="0"/>
          <a:chExt cx="0" cy="0"/>
        </a:xfrm>
      </p:grpSpPr>
      <p:sp>
        <p:nvSpPr>
          <p:cNvPr id="2" name="Shape 0"/>
          <p:cNvSpPr/>
          <p:nvPr/>
        </p:nvSpPr>
        <p:spPr>
          <a:xfrm>
            <a:off x="1047705" y="2840247"/>
            <a:ext cx="4034871" cy="4034871"/>
          </a:xfrm>
          <a:prstGeom prst="ellipse">
            <a:avLst/>
          </a:prstGeom>
          <a:blipFill>
            <a:blip r:embed="rId3"/>
            <a:stretch>
              <a:fillRect/>
            </a:stretch>
          </a:blipFill>
          <a:ln w="17253">
            <a:solidFill>
              <a:srgbClr val="C9C3B6"/>
            </a:solidFill>
            <a:prstDash val="dash"/>
          </a:ln>
        </p:spPr>
        <p:txBody>
          <a:bodyPr/>
          <a:lstStyle/>
          <a:p>
            <a:endParaRPr lang="es-ES"/>
          </a:p>
        </p:txBody>
      </p:sp>
      <p:sp>
        <p:nvSpPr>
          <p:cNvPr id="5" name="Text 2"/>
          <p:cNvSpPr/>
          <p:nvPr/>
        </p:nvSpPr>
        <p:spPr>
          <a:xfrm>
            <a:off x="6000480" y="2568515"/>
            <a:ext cx="12363797" cy="391783"/>
          </a:xfrm>
          <a:prstGeom prst="rect">
            <a:avLst/>
          </a:prstGeom>
          <a:noFill/>
          <a:ln/>
        </p:spPr>
        <p:txBody>
          <a:bodyPr wrap="square" lIns="25400" tIns="25400" rIns="25400" bIns="25400" rtlCol="0" anchor="t">
            <a:normAutofit/>
          </a:bodyPr>
          <a:lstStyle/>
          <a:p>
            <a:pPr marL="0" indent="0" algn="l">
              <a:buNone/>
            </a:pPr>
            <a:r>
              <a:rPr lang="en-US" sz="2100" kern="0" spc="462" dirty="0">
                <a:solidFill>
                  <a:srgbClr val="6B3FA8"/>
                </a:solidFill>
                <a:latin typeface="JetBrains Mono" pitchFamily="34" charset="0"/>
                <a:ea typeface="JetBrains Mono" pitchFamily="34" charset="-122"/>
                <a:cs typeface="JetBrains Mono" pitchFamily="34" charset="-120"/>
              </a:rPr>
              <a:t>PONENTE</a:t>
            </a:r>
            <a:endParaRPr lang="en-US" sz="2100" dirty="0"/>
          </a:p>
        </p:txBody>
      </p:sp>
      <p:sp>
        <p:nvSpPr>
          <p:cNvPr id="6" name="Text 3"/>
          <p:cNvSpPr/>
          <p:nvPr/>
        </p:nvSpPr>
        <p:spPr>
          <a:xfrm>
            <a:off x="6000480" y="3169803"/>
            <a:ext cx="12363797" cy="876345"/>
          </a:xfrm>
          <a:prstGeom prst="rect">
            <a:avLst/>
          </a:prstGeom>
          <a:noFill/>
          <a:ln/>
        </p:spPr>
        <p:txBody>
          <a:bodyPr wrap="square" lIns="25400" tIns="25400" rIns="25400" bIns="25400" rtlCol="0" anchor="t">
            <a:normAutofit/>
          </a:bodyPr>
          <a:lstStyle/>
          <a:p>
            <a:pPr marL="0" indent="0" algn="l">
              <a:lnSpc>
                <a:spcPct val="79645"/>
              </a:lnSpc>
              <a:buNone/>
            </a:pPr>
            <a:r>
              <a:rPr lang="en-US" sz="6600" b="1" kern="0" spc="-132" dirty="0">
                <a:solidFill>
                  <a:srgbClr val="211E2B"/>
                </a:solidFill>
                <a:latin typeface="Outfit" pitchFamily="34" charset="0"/>
                <a:ea typeface="Outfit" pitchFamily="34" charset="-122"/>
              </a:rPr>
              <a:t>Juan Ignacio Martin-Viveros</a:t>
            </a:r>
            <a:endParaRPr lang="en-US" sz="6600" dirty="0"/>
          </a:p>
        </p:txBody>
      </p:sp>
      <p:sp>
        <p:nvSpPr>
          <p:cNvPr id="7" name="Text 4"/>
          <p:cNvSpPr/>
          <p:nvPr/>
        </p:nvSpPr>
        <p:spPr>
          <a:xfrm>
            <a:off x="6000480" y="4255653"/>
            <a:ext cx="12363797" cy="512553"/>
          </a:xfrm>
          <a:prstGeom prst="rect">
            <a:avLst/>
          </a:prstGeom>
          <a:noFill/>
          <a:ln/>
        </p:spPr>
        <p:txBody>
          <a:bodyPr wrap="square" lIns="25400" tIns="25400" rIns="25400" bIns="25400" rtlCol="0" anchor="t">
            <a:normAutofit/>
          </a:bodyPr>
          <a:lstStyle/>
          <a:p>
            <a:pPr marL="0" indent="0" algn="l">
              <a:buNone/>
            </a:pPr>
            <a:r>
              <a:rPr lang="en-US" sz="3000" b="1" dirty="0" err="1">
                <a:solidFill>
                  <a:srgbClr val="6B3FA8"/>
                </a:solidFill>
                <a:latin typeface="Outfit" pitchFamily="34" charset="0"/>
                <a:ea typeface="Outfit" pitchFamily="34" charset="-122"/>
                <a:cs typeface="Outfit" pitchFamily="34" charset="-120"/>
              </a:rPr>
              <a:t>Analista</a:t>
            </a:r>
            <a:r>
              <a:rPr lang="en-US" sz="3000" b="1" dirty="0">
                <a:solidFill>
                  <a:srgbClr val="6B3FA8"/>
                </a:solidFill>
                <a:latin typeface="Outfit" pitchFamily="34" charset="0"/>
                <a:ea typeface="Outfit" pitchFamily="34" charset="-122"/>
                <a:cs typeface="Outfit" pitchFamily="34" charset="-120"/>
              </a:rPr>
              <a:t> RPA · </a:t>
            </a:r>
            <a:r>
              <a:rPr lang="en-US" sz="3000" b="1" dirty="0" err="1">
                <a:solidFill>
                  <a:srgbClr val="6B3FA8"/>
                </a:solidFill>
                <a:latin typeface="Outfit" pitchFamily="34" charset="0"/>
                <a:ea typeface="Outfit" pitchFamily="34" charset="-122"/>
                <a:cs typeface="Outfit" pitchFamily="34" charset="-120"/>
              </a:rPr>
              <a:t>LogiRAIL</a:t>
            </a:r>
            <a:r>
              <a:rPr lang="en-US" sz="3000" b="1" dirty="0">
                <a:solidFill>
                  <a:srgbClr val="6B3FA8"/>
                </a:solidFill>
                <a:latin typeface="Outfit" pitchFamily="34" charset="0"/>
                <a:ea typeface="Outfit" pitchFamily="34" charset="-122"/>
                <a:cs typeface="Outfit" pitchFamily="34" charset="-120"/>
              </a:rPr>
              <a:t> | </a:t>
            </a:r>
            <a:r>
              <a:rPr lang="en-US" sz="3000" b="1" dirty="0" err="1">
                <a:solidFill>
                  <a:srgbClr val="6B3FA8"/>
                </a:solidFill>
                <a:latin typeface="Outfit" pitchFamily="34" charset="0"/>
                <a:ea typeface="Outfit" pitchFamily="34" charset="-122"/>
                <a:cs typeface="Outfit" pitchFamily="34" charset="-120"/>
              </a:rPr>
              <a:t>Analista</a:t>
            </a:r>
            <a:r>
              <a:rPr lang="en-US" sz="3000" b="1" dirty="0">
                <a:solidFill>
                  <a:srgbClr val="6B3FA8"/>
                </a:solidFill>
                <a:latin typeface="Outfit" pitchFamily="34" charset="0"/>
                <a:ea typeface="Outfit" pitchFamily="34" charset="-122"/>
                <a:cs typeface="Outfit" pitchFamily="34" charset="-120"/>
              </a:rPr>
              <a:t> de Datos</a:t>
            </a:r>
            <a:endParaRPr lang="en-US" sz="3000" dirty="0"/>
          </a:p>
        </p:txBody>
      </p:sp>
      <p:sp>
        <p:nvSpPr>
          <p:cNvPr id="8" name="Text 5"/>
          <p:cNvSpPr/>
          <p:nvPr/>
        </p:nvSpPr>
        <p:spPr>
          <a:xfrm>
            <a:off x="6000479" y="4977711"/>
            <a:ext cx="9239521" cy="1446902"/>
          </a:xfrm>
          <a:prstGeom prst="rect">
            <a:avLst/>
          </a:prstGeom>
          <a:noFill/>
          <a:ln/>
        </p:spPr>
        <p:txBody>
          <a:bodyPr wrap="square" lIns="25400" tIns="25400" rIns="25400" bIns="25400" rtlCol="0" anchor="t">
            <a:normAutofit/>
          </a:bodyPr>
          <a:lstStyle/>
          <a:p>
            <a:pPr algn="just"/>
            <a:r>
              <a:rPr lang="es-ES" sz="2800" dirty="0"/>
              <a:t>Doctor en Arqueología, con más de ocho años de trayectoria investigadora, que reorientó su carrera profesional hacia Data </a:t>
            </a:r>
            <a:r>
              <a:rPr lang="es-ES" sz="2800" dirty="0" err="1"/>
              <a:t>Analytics</a:t>
            </a:r>
            <a:r>
              <a:rPr lang="es-ES" sz="2800" dirty="0"/>
              <a:t> y la automatización de procesos</a:t>
            </a:r>
            <a:r>
              <a:rPr lang="en-US" sz="2550" dirty="0">
                <a:solidFill>
                  <a:srgbClr val="211E2B"/>
                </a:solidFill>
                <a:latin typeface="Outfit" pitchFamily="34" charset="0"/>
                <a:ea typeface="Outfit" pitchFamily="34" charset="-122"/>
                <a:cs typeface="Outfit" pitchFamily="34" charset="-120"/>
              </a:rPr>
              <a:t>.</a:t>
            </a:r>
            <a:endParaRPr lang="en-US" sz="2550" dirty="0"/>
          </a:p>
        </p:txBody>
      </p:sp>
      <p:sp>
        <p:nvSpPr>
          <p:cNvPr id="10" name="Text 7"/>
          <p:cNvSpPr/>
          <p:nvPr/>
        </p:nvSpPr>
        <p:spPr>
          <a:xfrm>
            <a:off x="6000480" y="6741588"/>
            <a:ext cx="4337092" cy="417662"/>
          </a:xfrm>
          <a:prstGeom prst="rect">
            <a:avLst/>
          </a:prstGeom>
          <a:noFill/>
          <a:ln/>
        </p:spPr>
        <p:txBody>
          <a:bodyPr wrap="square" lIns="25400" tIns="25400" rIns="25400" bIns="25400" rtlCol="0" anchor="t">
            <a:normAutofit/>
          </a:bodyPr>
          <a:lstStyle/>
          <a:p>
            <a:r>
              <a:rPr lang="es-ES" sz="2400" dirty="0"/>
              <a:t>linkedin.com/in/</a:t>
            </a:r>
            <a:r>
              <a:rPr lang="es-ES" sz="2400" dirty="0" err="1"/>
              <a:t>nachomartinviv</a:t>
            </a:r>
            <a:endParaRPr lang="en-US" sz="2250" dirty="0"/>
          </a:p>
        </p:txBody>
      </p:sp>
      <p:sp>
        <p:nvSpPr>
          <p:cNvPr id="11" name="Text 8"/>
          <p:cNvSpPr/>
          <p:nvPr/>
        </p:nvSpPr>
        <p:spPr>
          <a:xfrm>
            <a:off x="1047705" y="8967158"/>
            <a:ext cx="10031119" cy="391783"/>
          </a:xfrm>
          <a:prstGeom prst="rect">
            <a:avLst/>
          </a:prstGeom>
          <a:noFill/>
          <a:ln/>
        </p:spPr>
        <p:txBody>
          <a:bodyPr wrap="square" lIns="25400" tIns="25400" rIns="25400" bIns="25400" rtlCol="0" anchor="t">
            <a:normAutofit/>
          </a:bodyPr>
          <a:lstStyle/>
          <a:p>
            <a:pPr marL="0" indent="0" algn="l">
              <a:buNone/>
            </a:pPr>
            <a:r>
              <a:rPr lang="en-US" sz="2100" dirty="0">
                <a:solidFill>
                  <a:srgbClr val="6B6577"/>
                </a:solidFill>
                <a:latin typeface="JetBrains Mono" pitchFamily="34" charset="0"/>
                <a:ea typeface="JetBrains Mono" pitchFamily="34" charset="-122"/>
                <a:cs typeface="JetBrains Mono" pitchFamily="34" charset="-120"/>
              </a:rPr>
              <a:t>#techenelpueblo · #somoscomunidad · #ppwclm · #madridejos</a:t>
            </a:r>
            <a:endParaRPr lang="en-US" sz="2100" dirty="0"/>
          </a:p>
        </p:txBody>
      </p:sp>
      <p:pic>
        <p:nvPicPr>
          <p:cNvPr id="14" name="Image 0" descr="preencoded.png">
            <a:extLst>
              <a:ext uri="{FF2B5EF4-FFF2-40B4-BE49-F238E27FC236}">
                <a16:creationId xmlns:a16="http://schemas.microsoft.com/office/drawing/2014/main" id="{616ED0CC-5FBC-4F90-4BFC-97C588BEE7B2}"/>
              </a:ext>
            </a:extLst>
          </p:cNvPr>
          <p:cNvPicPr>
            <a:picLocks noChangeAspect="1"/>
          </p:cNvPicPr>
          <p:nvPr/>
        </p:nvPicPr>
        <p:blipFill>
          <a:blip r:embed="rId4">
            <a:alphaModFix amt="85000"/>
          </a:blip>
          <a:stretch>
            <a:fillRect/>
          </a:stretch>
        </p:blipFill>
        <p:spPr>
          <a:xfrm>
            <a:off x="16192590" y="952410"/>
            <a:ext cx="1047705" cy="104770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1047705" y="952410"/>
            <a:ext cx="17811848" cy="391783"/>
          </a:xfrm>
          <a:prstGeom prst="rect">
            <a:avLst/>
          </a:prstGeom>
          <a:noFill/>
          <a:ln/>
        </p:spPr>
        <p:txBody>
          <a:bodyPr wrap="square" lIns="25400" tIns="25400" rIns="25400" bIns="25400" rtlCol="0" anchor="t">
            <a:normAutofit/>
          </a:bodyPr>
          <a:lstStyle/>
          <a:p>
            <a:pPr marL="0" indent="0" algn="l">
              <a:buNone/>
            </a:pPr>
            <a:r>
              <a:rPr lang="en-US" sz="2100" kern="0" spc="462" dirty="0">
                <a:solidFill>
                  <a:srgbClr val="6B3FA8"/>
                </a:solidFill>
                <a:latin typeface="JetBrains Mono" pitchFamily="34" charset="0"/>
                <a:ea typeface="JetBrains Mono" pitchFamily="34" charset="-122"/>
                <a:cs typeface="JetBrains Mono" pitchFamily="34" charset="-120"/>
              </a:rPr>
              <a:t>PATROCINADORES</a:t>
            </a:r>
            <a:endParaRPr lang="en-US" sz="2100" dirty="0"/>
          </a:p>
        </p:txBody>
      </p:sp>
      <p:sp>
        <p:nvSpPr>
          <p:cNvPr id="3" name="Text 1"/>
          <p:cNvSpPr/>
          <p:nvPr/>
        </p:nvSpPr>
        <p:spPr>
          <a:xfrm>
            <a:off x="1047705" y="1496548"/>
            <a:ext cx="17811848" cy="952500"/>
          </a:xfrm>
          <a:prstGeom prst="rect">
            <a:avLst/>
          </a:prstGeom>
          <a:noFill/>
          <a:ln/>
        </p:spPr>
        <p:txBody>
          <a:bodyPr wrap="square" lIns="25400" tIns="25400" rIns="25400" bIns="25400" rtlCol="0" anchor="t">
            <a:normAutofit/>
          </a:bodyPr>
          <a:lstStyle/>
          <a:p>
            <a:pPr marL="0" indent="0" algn="l">
              <a:buNone/>
            </a:pPr>
            <a:r>
              <a:rPr lang="en-US" sz="5700" b="1" kern="0" spc="-114" dirty="0">
                <a:solidFill>
                  <a:srgbClr val="211E2B"/>
                </a:solidFill>
                <a:latin typeface="Outfit" pitchFamily="34" charset="0"/>
                <a:ea typeface="Outfit" pitchFamily="34" charset="-122"/>
                <a:cs typeface="Outfit" pitchFamily="34" charset="-120"/>
              </a:rPr>
              <a:t>Quien hace posible el fin de semana</a:t>
            </a:r>
            <a:endParaRPr lang="en-US" sz="5700" dirty="0"/>
          </a:p>
        </p:txBody>
      </p:sp>
      <p:sp>
        <p:nvSpPr>
          <p:cNvPr id="20" name="Text 17"/>
          <p:cNvSpPr/>
          <p:nvPr/>
        </p:nvSpPr>
        <p:spPr>
          <a:xfrm>
            <a:off x="1047705" y="8817679"/>
            <a:ext cx="9229787" cy="745466"/>
          </a:xfrm>
          <a:prstGeom prst="rect">
            <a:avLst/>
          </a:prstGeom>
          <a:noFill/>
          <a:ln/>
        </p:spPr>
        <p:txBody>
          <a:bodyPr wrap="square" lIns="25400" tIns="25400" rIns="25400" bIns="25400" rtlCol="0" anchor="t">
            <a:normAutofit/>
          </a:bodyPr>
          <a:lstStyle/>
          <a:p>
            <a:pPr marL="0" indent="0" algn="l">
              <a:buNone/>
            </a:pPr>
            <a:r>
              <a:rPr lang="en-US" sz="2100" dirty="0">
                <a:solidFill>
                  <a:srgbClr val="6B6577"/>
                </a:solidFill>
                <a:latin typeface="JetBrains Mono" pitchFamily="34" charset="0"/>
                <a:ea typeface="JetBrains Mono" pitchFamily="34" charset="-122"/>
                <a:cs typeface="JetBrains Mono" pitchFamily="34" charset="-120"/>
              </a:rPr>
              <a:t>#techenelpueblo · #somoscomunidad · #ppwclm · #madridejos</a:t>
            </a:r>
            <a:endParaRPr lang="en-US" sz="2100" dirty="0"/>
          </a:p>
        </p:txBody>
      </p:sp>
      <p:sp>
        <p:nvSpPr>
          <p:cNvPr id="25" name="Text 1">
            <a:extLst>
              <a:ext uri="{FF2B5EF4-FFF2-40B4-BE49-F238E27FC236}">
                <a16:creationId xmlns:a16="http://schemas.microsoft.com/office/drawing/2014/main" id="{E6D218A4-F8C5-87B9-C7D6-6A996E16CBAB}"/>
              </a:ext>
            </a:extLst>
          </p:cNvPr>
          <p:cNvSpPr/>
          <p:nvPr/>
        </p:nvSpPr>
        <p:spPr>
          <a:xfrm>
            <a:off x="14111020" y="8375702"/>
            <a:ext cx="3657600" cy="952500"/>
          </a:xfrm>
          <a:prstGeom prst="rect">
            <a:avLst/>
          </a:prstGeom>
          <a:noFill/>
          <a:ln/>
        </p:spPr>
        <p:txBody>
          <a:bodyPr wrap="square" lIns="25400" tIns="25400" rIns="25400" bIns="25400" rtlCol="0" anchor="t">
            <a:normAutofit/>
          </a:bodyPr>
          <a:lstStyle/>
          <a:p>
            <a:pPr marL="0" indent="0" algn="l">
              <a:buNone/>
            </a:pPr>
            <a:r>
              <a:rPr lang="en-US" sz="5700" b="1" kern="0" spc="-114" dirty="0">
                <a:solidFill>
                  <a:srgbClr val="6B3FA8"/>
                </a:solidFill>
                <a:latin typeface="Outfit" pitchFamily="34" charset="0"/>
                <a:ea typeface="Outfit" pitchFamily="34" charset="-122"/>
                <a:cs typeface="Outfit" pitchFamily="34" charset="-120"/>
              </a:rPr>
              <a:t>¡Gracias!</a:t>
            </a:r>
            <a:endParaRPr lang="en-US" sz="5700" dirty="0">
              <a:solidFill>
                <a:srgbClr val="6B3FA8"/>
              </a:solidFill>
            </a:endParaRPr>
          </a:p>
        </p:txBody>
      </p:sp>
      <p:sp>
        <p:nvSpPr>
          <p:cNvPr id="33" name="Text 1">
            <a:extLst>
              <a:ext uri="{FF2B5EF4-FFF2-40B4-BE49-F238E27FC236}">
                <a16:creationId xmlns:a16="http://schemas.microsoft.com/office/drawing/2014/main" id="{F74EFA52-34BD-7DCC-E9DF-98B9BF59A2C7}"/>
              </a:ext>
            </a:extLst>
          </p:cNvPr>
          <p:cNvSpPr/>
          <p:nvPr/>
        </p:nvSpPr>
        <p:spPr>
          <a:xfrm>
            <a:off x="2559992" y="3396454"/>
            <a:ext cx="2820566" cy="936000"/>
          </a:xfrm>
          <a:prstGeom prst="rect">
            <a:avLst/>
          </a:prstGeom>
          <a:noFill/>
          <a:ln/>
        </p:spPr>
        <p:txBody>
          <a:bodyPr wrap="square" lIns="25400" tIns="25400" rIns="25400" bIns="25400" rtlCol="0" anchor="b">
            <a:normAutofit/>
          </a:bodyPr>
          <a:lstStyle/>
          <a:p>
            <a:pPr marL="0" indent="0" algn="l">
              <a:buNone/>
            </a:pPr>
            <a:r>
              <a:rPr lang="en-US" sz="3000" b="1" kern="0" spc="-114" dirty="0">
                <a:solidFill>
                  <a:srgbClr val="211E2B"/>
                </a:solidFill>
                <a:latin typeface="Outfit" pitchFamily="34" charset="0"/>
                <a:ea typeface="Outfit" pitchFamily="34" charset="-122"/>
                <a:cs typeface="Outfit" pitchFamily="34" charset="-120"/>
              </a:rPr>
              <a:t>Gold Sponsor</a:t>
            </a:r>
            <a:endParaRPr lang="en-US" sz="3000" dirty="0"/>
          </a:p>
        </p:txBody>
      </p:sp>
      <p:sp>
        <p:nvSpPr>
          <p:cNvPr id="35" name="Text 1">
            <a:extLst>
              <a:ext uri="{FF2B5EF4-FFF2-40B4-BE49-F238E27FC236}">
                <a16:creationId xmlns:a16="http://schemas.microsoft.com/office/drawing/2014/main" id="{55C46E22-29A9-BA26-2A48-A77D731C4D19}"/>
              </a:ext>
            </a:extLst>
          </p:cNvPr>
          <p:cNvSpPr/>
          <p:nvPr/>
        </p:nvSpPr>
        <p:spPr>
          <a:xfrm>
            <a:off x="9973878" y="3396454"/>
            <a:ext cx="2676229" cy="936000"/>
          </a:xfrm>
          <a:prstGeom prst="rect">
            <a:avLst/>
          </a:prstGeom>
          <a:noFill/>
          <a:ln/>
        </p:spPr>
        <p:txBody>
          <a:bodyPr wrap="square" lIns="25400" tIns="25400" rIns="25400" bIns="25400" rtlCol="0" anchor="b">
            <a:normAutofit/>
          </a:bodyPr>
          <a:lstStyle/>
          <a:p>
            <a:pPr marL="0" indent="0" algn="l">
              <a:buNone/>
            </a:pPr>
            <a:r>
              <a:rPr lang="en-US" sz="3000" b="1" kern="0" spc="-114">
                <a:solidFill>
                  <a:srgbClr val="211E2B"/>
                </a:solidFill>
                <a:latin typeface="Outfit" pitchFamily="34" charset="0"/>
                <a:ea typeface="Outfit" pitchFamily="34" charset="-122"/>
                <a:cs typeface="Outfit" pitchFamily="34" charset="-120"/>
              </a:rPr>
              <a:t>Bronze Sponsor</a:t>
            </a:r>
            <a:endParaRPr lang="en-US" sz="3000" dirty="0"/>
          </a:p>
        </p:txBody>
      </p:sp>
      <p:sp>
        <p:nvSpPr>
          <p:cNvPr id="37" name="Text 1">
            <a:extLst>
              <a:ext uri="{FF2B5EF4-FFF2-40B4-BE49-F238E27FC236}">
                <a16:creationId xmlns:a16="http://schemas.microsoft.com/office/drawing/2014/main" id="{63F59BF3-57A8-8FE3-A916-D8B5358FEE80}"/>
              </a:ext>
            </a:extLst>
          </p:cNvPr>
          <p:cNvSpPr/>
          <p:nvPr/>
        </p:nvSpPr>
        <p:spPr>
          <a:xfrm>
            <a:off x="13555426" y="3396454"/>
            <a:ext cx="3657599" cy="936000"/>
          </a:xfrm>
          <a:prstGeom prst="rect">
            <a:avLst/>
          </a:prstGeom>
          <a:noFill/>
          <a:ln/>
        </p:spPr>
        <p:txBody>
          <a:bodyPr wrap="square" lIns="25400" tIns="25400" rIns="25400" bIns="25400" rtlCol="0" anchor="b">
            <a:normAutofit/>
          </a:bodyPr>
          <a:lstStyle/>
          <a:p>
            <a:pPr marL="0" indent="0" algn="l">
              <a:buNone/>
            </a:pPr>
            <a:r>
              <a:rPr lang="en-US" sz="3000" b="1" kern="0" spc="-114">
                <a:solidFill>
                  <a:srgbClr val="211E2B"/>
                </a:solidFill>
                <a:latin typeface="Outfit" pitchFamily="34" charset="0"/>
                <a:ea typeface="Outfit" pitchFamily="34" charset="-122"/>
              </a:rPr>
              <a:t>Colaboradores</a:t>
            </a:r>
            <a:endParaRPr lang="en-US" sz="3000" b="1" kern="0" spc="-114" dirty="0">
              <a:solidFill>
                <a:srgbClr val="211E2B"/>
              </a:solidFill>
              <a:latin typeface="Outfit" pitchFamily="34" charset="0"/>
              <a:ea typeface="Outfit" pitchFamily="34" charset="-122"/>
            </a:endParaRPr>
          </a:p>
        </p:txBody>
      </p:sp>
      <p:grpSp>
        <p:nvGrpSpPr>
          <p:cNvPr id="22" name="Grupo 21">
            <a:extLst>
              <a:ext uri="{FF2B5EF4-FFF2-40B4-BE49-F238E27FC236}">
                <a16:creationId xmlns:a16="http://schemas.microsoft.com/office/drawing/2014/main" id="{8784BC99-FD87-9FF0-B130-C1B60EF0CC29}"/>
              </a:ext>
            </a:extLst>
          </p:cNvPr>
          <p:cNvGrpSpPr/>
          <p:nvPr/>
        </p:nvGrpSpPr>
        <p:grpSpPr>
          <a:xfrm>
            <a:off x="-5516" y="4430598"/>
            <a:ext cx="18293515" cy="3295997"/>
            <a:chOff x="-5515" y="6316727"/>
            <a:chExt cx="7562850" cy="1409868"/>
          </a:xfrm>
        </p:grpSpPr>
        <p:sp>
          <p:nvSpPr>
            <p:cNvPr id="4" name="Rectángulo 3">
              <a:extLst>
                <a:ext uri="{FF2B5EF4-FFF2-40B4-BE49-F238E27FC236}">
                  <a16:creationId xmlns:a16="http://schemas.microsoft.com/office/drawing/2014/main" id="{B176ADA1-8942-30DA-62EF-286F0BE3D092}"/>
                </a:ext>
              </a:extLst>
            </p:cNvPr>
            <p:cNvSpPr/>
            <p:nvPr/>
          </p:nvSpPr>
          <p:spPr>
            <a:xfrm>
              <a:off x="-5515" y="6316727"/>
              <a:ext cx="7562850" cy="1409868"/>
            </a:xfrm>
            <a:prstGeom prst="rect">
              <a:avLst/>
            </a:prstGeom>
            <a:gradFill>
              <a:gsLst>
                <a:gs pos="24000">
                  <a:schemeClr val="accent4">
                    <a:lumMod val="40000"/>
                    <a:lumOff val="60000"/>
                  </a:schemeClr>
                </a:gs>
                <a:gs pos="54000">
                  <a:schemeClr val="bg2"/>
                </a:gs>
                <a:gs pos="37000">
                  <a:schemeClr val="bg2"/>
                </a:gs>
                <a:gs pos="67000">
                  <a:schemeClr val="bg1"/>
                </a:gs>
                <a:gs pos="64000">
                  <a:schemeClr val="accent4">
                    <a:lumMod val="75000"/>
                  </a:schemeClr>
                </a:gs>
                <a:gs pos="61000">
                  <a:schemeClr val="accent4">
                    <a:lumMod val="75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pic>
          <p:nvPicPr>
            <p:cNvPr id="6" name="Imagen 5">
              <a:extLst>
                <a:ext uri="{FF2B5EF4-FFF2-40B4-BE49-F238E27FC236}">
                  <a16:creationId xmlns:a16="http://schemas.microsoft.com/office/drawing/2014/main" id="{EC667356-C2A7-030D-3E9C-726168D873FF}"/>
                </a:ext>
              </a:extLst>
            </p:cNvPr>
            <p:cNvPicPr>
              <a:picLocks noChangeAspect="1"/>
            </p:cNvPicPr>
            <p:nvPr/>
          </p:nvPicPr>
          <p:blipFill>
            <a:blip r:embed="rId3"/>
            <a:stretch>
              <a:fillRect/>
            </a:stretch>
          </p:blipFill>
          <p:spPr>
            <a:xfrm>
              <a:off x="4357351" y="6807130"/>
              <a:ext cx="499871" cy="499871"/>
            </a:xfrm>
            <a:prstGeom prst="rect">
              <a:avLst/>
            </a:prstGeom>
          </p:spPr>
        </p:pic>
        <p:pic>
          <p:nvPicPr>
            <p:cNvPr id="7" name="Imagen 6">
              <a:extLst>
                <a:ext uri="{FF2B5EF4-FFF2-40B4-BE49-F238E27FC236}">
                  <a16:creationId xmlns:a16="http://schemas.microsoft.com/office/drawing/2014/main" id="{2ADBF398-2525-FA1A-B6D9-B31AE03EB20C}"/>
                </a:ext>
              </a:extLst>
            </p:cNvPr>
            <p:cNvPicPr>
              <a:picLocks noChangeAspect="1"/>
            </p:cNvPicPr>
            <p:nvPr/>
          </p:nvPicPr>
          <p:blipFill>
            <a:blip r:embed="rId4"/>
            <a:srcRect r="70716"/>
            <a:stretch>
              <a:fillRect/>
            </a:stretch>
          </p:blipFill>
          <p:spPr>
            <a:xfrm>
              <a:off x="6709949" y="6452546"/>
              <a:ext cx="374161" cy="424898"/>
            </a:xfrm>
            <a:prstGeom prst="rect">
              <a:avLst/>
            </a:prstGeom>
          </p:spPr>
        </p:pic>
        <p:pic>
          <p:nvPicPr>
            <p:cNvPr id="8" name="Imagen 7">
              <a:extLst>
                <a:ext uri="{FF2B5EF4-FFF2-40B4-BE49-F238E27FC236}">
                  <a16:creationId xmlns:a16="http://schemas.microsoft.com/office/drawing/2014/main" id="{D323EF9E-F918-B912-AC44-B6B90680CF87}"/>
                </a:ext>
              </a:extLst>
            </p:cNvPr>
            <p:cNvPicPr>
              <a:picLocks noChangeAspect="1"/>
            </p:cNvPicPr>
            <p:nvPr/>
          </p:nvPicPr>
          <p:blipFill>
            <a:blip r:embed="rId5"/>
            <a:srcRect/>
            <a:stretch>
              <a:fillRect/>
            </a:stretch>
          </p:blipFill>
          <p:spPr>
            <a:xfrm>
              <a:off x="5904009" y="6517703"/>
              <a:ext cx="560730" cy="278073"/>
            </a:xfrm>
            <a:prstGeom prst="rect">
              <a:avLst/>
            </a:prstGeom>
          </p:spPr>
        </p:pic>
        <p:pic>
          <p:nvPicPr>
            <p:cNvPr id="9" name="Imagen 8">
              <a:extLst>
                <a:ext uri="{FF2B5EF4-FFF2-40B4-BE49-F238E27FC236}">
                  <a16:creationId xmlns:a16="http://schemas.microsoft.com/office/drawing/2014/main" id="{154F563F-6451-4B76-6036-B27BF72310E3}"/>
                </a:ext>
              </a:extLst>
            </p:cNvPr>
            <p:cNvPicPr>
              <a:picLocks noChangeAspect="1"/>
            </p:cNvPicPr>
            <p:nvPr/>
          </p:nvPicPr>
          <p:blipFill>
            <a:blip r:embed="rId6">
              <a:clrChange>
                <a:clrFrom>
                  <a:srgbClr val="FFFFFF"/>
                </a:clrFrom>
                <a:clrTo>
                  <a:srgbClr val="FFFFFF">
                    <a:alpha val="0"/>
                  </a:srgbClr>
                </a:clrTo>
              </a:clrChange>
            </a:blip>
            <a:stretch>
              <a:fillRect/>
            </a:stretch>
          </p:blipFill>
          <p:spPr>
            <a:xfrm>
              <a:off x="2816884" y="6889877"/>
              <a:ext cx="1175350" cy="297221"/>
            </a:xfrm>
            <a:prstGeom prst="rect">
              <a:avLst/>
            </a:prstGeom>
          </p:spPr>
        </p:pic>
        <p:pic>
          <p:nvPicPr>
            <p:cNvPr id="10" name="Imagen 9">
              <a:extLst>
                <a:ext uri="{FF2B5EF4-FFF2-40B4-BE49-F238E27FC236}">
                  <a16:creationId xmlns:a16="http://schemas.microsoft.com/office/drawing/2014/main" id="{64789421-D69A-9498-8746-D1E6C01AFFEF}"/>
                </a:ext>
              </a:extLst>
            </p:cNvPr>
            <p:cNvPicPr>
              <a:picLocks noChangeAspect="1"/>
            </p:cNvPicPr>
            <p:nvPr/>
          </p:nvPicPr>
          <p:blipFill>
            <a:blip r:embed="rId7">
              <a:clrChange>
                <a:clrFrom>
                  <a:srgbClr val="FFFFFF"/>
                </a:clrFrom>
                <a:clrTo>
                  <a:srgbClr val="FFFFFF">
                    <a:alpha val="0"/>
                  </a:srgbClr>
                </a:clrTo>
              </a:clrChange>
            </a:blip>
            <a:stretch>
              <a:fillRect/>
            </a:stretch>
          </p:blipFill>
          <p:spPr>
            <a:xfrm>
              <a:off x="5145399" y="6406101"/>
              <a:ext cx="619255" cy="483776"/>
            </a:xfrm>
            <a:prstGeom prst="rect">
              <a:avLst/>
            </a:prstGeom>
          </p:spPr>
        </p:pic>
        <p:pic>
          <p:nvPicPr>
            <p:cNvPr id="11" name="Imagen 10">
              <a:extLst>
                <a:ext uri="{FF2B5EF4-FFF2-40B4-BE49-F238E27FC236}">
                  <a16:creationId xmlns:a16="http://schemas.microsoft.com/office/drawing/2014/main" id="{C6ACD419-075E-6557-CB64-F2901964A93E}"/>
                </a:ext>
              </a:extLst>
            </p:cNvPr>
            <p:cNvPicPr>
              <a:picLocks noChangeAspect="1"/>
            </p:cNvPicPr>
            <p:nvPr/>
          </p:nvPicPr>
          <p:blipFill>
            <a:blip r:embed="rId8">
              <a:clrChange>
                <a:clrFrom>
                  <a:srgbClr val="FFFFFF"/>
                </a:clrFrom>
                <a:clrTo>
                  <a:srgbClr val="FFFFFF">
                    <a:alpha val="0"/>
                  </a:srgbClr>
                </a:clrTo>
              </a:clrChange>
            </a:blip>
            <a:stretch>
              <a:fillRect/>
            </a:stretch>
          </p:blipFill>
          <p:spPr>
            <a:xfrm>
              <a:off x="5899859" y="6985686"/>
              <a:ext cx="578251" cy="569299"/>
            </a:xfrm>
            <a:prstGeom prst="rect">
              <a:avLst/>
            </a:prstGeom>
          </p:spPr>
        </p:pic>
        <p:pic>
          <p:nvPicPr>
            <p:cNvPr id="12" name="Imagen 11">
              <a:extLst>
                <a:ext uri="{FF2B5EF4-FFF2-40B4-BE49-F238E27FC236}">
                  <a16:creationId xmlns:a16="http://schemas.microsoft.com/office/drawing/2014/main" id="{2FA7ABCF-FBA3-EE94-A354-3A6E9143CFED}"/>
                </a:ext>
              </a:extLst>
            </p:cNvPr>
            <p:cNvPicPr>
              <a:picLocks noChangeAspect="1"/>
            </p:cNvPicPr>
            <p:nvPr/>
          </p:nvPicPr>
          <p:blipFill>
            <a:blip r:embed="rId9"/>
            <a:stretch>
              <a:fillRect/>
            </a:stretch>
          </p:blipFill>
          <p:spPr>
            <a:xfrm>
              <a:off x="284980" y="6316727"/>
              <a:ext cx="1377988" cy="1377988"/>
            </a:xfrm>
            <a:prstGeom prst="rect">
              <a:avLst/>
            </a:prstGeom>
          </p:spPr>
        </p:pic>
        <p:pic>
          <p:nvPicPr>
            <p:cNvPr id="13" name="Imagen 12">
              <a:extLst>
                <a:ext uri="{FF2B5EF4-FFF2-40B4-BE49-F238E27FC236}">
                  <a16:creationId xmlns:a16="http://schemas.microsoft.com/office/drawing/2014/main" id="{1AE7D5BB-3DFF-24C0-7EB8-656D1D5661E0}"/>
                </a:ext>
              </a:extLst>
            </p:cNvPr>
            <p:cNvPicPr>
              <a:picLocks noChangeAspect="1"/>
            </p:cNvPicPr>
            <p:nvPr/>
          </p:nvPicPr>
          <p:blipFill>
            <a:blip r:embed="rId10"/>
            <a:stretch>
              <a:fillRect/>
            </a:stretch>
          </p:blipFill>
          <p:spPr>
            <a:xfrm>
              <a:off x="1682541" y="6618304"/>
              <a:ext cx="798870" cy="852638"/>
            </a:xfrm>
            <a:prstGeom prst="rect">
              <a:avLst/>
            </a:prstGeom>
          </p:spPr>
        </p:pic>
        <p:pic>
          <p:nvPicPr>
            <p:cNvPr id="14" name="Imagen 13">
              <a:extLst>
                <a:ext uri="{FF2B5EF4-FFF2-40B4-BE49-F238E27FC236}">
                  <a16:creationId xmlns:a16="http://schemas.microsoft.com/office/drawing/2014/main" id="{370D0406-D3FC-0AD2-80E5-035777DA2A2F}"/>
                </a:ext>
              </a:extLst>
            </p:cNvPr>
            <p:cNvPicPr>
              <a:picLocks noChangeAspect="1"/>
            </p:cNvPicPr>
            <p:nvPr/>
          </p:nvPicPr>
          <p:blipFill>
            <a:blip r:embed="rId4"/>
            <a:srcRect l="30191"/>
            <a:stretch>
              <a:fillRect/>
            </a:stretch>
          </p:blipFill>
          <p:spPr>
            <a:xfrm>
              <a:off x="6604094" y="6787097"/>
              <a:ext cx="597714" cy="284730"/>
            </a:xfrm>
            <a:prstGeom prst="rect">
              <a:avLst/>
            </a:prstGeom>
          </p:spPr>
        </p:pic>
        <p:grpSp>
          <p:nvGrpSpPr>
            <p:cNvPr id="15" name="Grupo 14">
              <a:extLst>
                <a:ext uri="{FF2B5EF4-FFF2-40B4-BE49-F238E27FC236}">
                  <a16:creationId xmlns:a16="http://schemas.microsoft.com/office/drawing/2014/main" id="{6C080715-7F6D-9D01-A183-E1F8AA0CD8CC}"/>
                </a:ext>
              </a:extLst>
            </p:cNvPr>
            <p:cNvGrpSpPr/>
            <p:nvPr/>
          </p:nvGrpSpPr>
          <p:grpSpPr>
            <a:xfrm>
              <a:off x="6645093" y="7161169"/>
              <a:ext cx="515670" cy="302799"/>
              <a:chOff x="7619504" y="4140929"/>
              <a:chExt cx="515670" cy="302799"/>
            </a:xfrm>
          </p:grpSpPr>
          <p:sp>
            <p:nvSpPr>
              <p:cNvPr id="16" name="CuadroTexto 15">
                <a:extLst>
                  <a:ext uri="{FF2B5EF4-FFF2-40B4-BE49-F238E27FC236}">
                    <a16:creationId xmlns:a16="http://schemas.microsoft.com/office/drawing/2014/main" id="{13C7D3A9-120F-5F64-E36F-4D36639C3502}"/>
                  </a:ext>
                </a:extLst>
              </p:cNvPr>
              <p:cNvSpPr txBox="1"/>
              <p:nvPr/>
            </p:nvSpPr>
            <p:spPr>
              <a:xfrm>
                <a:off x="7636769" y="4140929"/>
                <a:ext cx="490537" cy="302799"/>
              </a:xfrm>
              <a:prstGeom prst="rect">
                <a:avLst/>
              </a:prstGeom>
              <a:noFill/>
            </p:spPr>
            <p:txBody>
              <a:bodyPr wrap="none" rtlCol="0">
                <a:spAutoFit/>
              </a:bodyPr>
              <a:lstStyle/>
              <a:p>
                <a:pPr marL="0" marR="0" lvl="0" indent="0" defTabSz="914400" eaLnBrk="1" fontAlgn="auto" latinLnBrk="0" hangingPunct="1">
                  <a:lnSpc>
                    <a:spcPct val="100000"/>
                  </a:lnSpc>
                  <a:spcBef>
                    <a:spcPts val="0"/>
                  </a:spcBef>
                  <a:spcAft>
                    <a:spcPts val="0"/>
                  </a:spcAft>
                  <a:buClr>
                    <a:srgbClr val="000000"/>
                  </a:buClr>
                  <a:buSzPts val="990"/>
                  <a:buFont typeface="Arial"/>
                  <a:buNone/>
                  <a:tabLst/>
                  <a:defRPr/>
                </a:pPr>
                <a:r>
                  <a:rPr kumimoji="0" lang="es-ES" sz="3200" b="0" i="0" u="none" strike="noStrike" kern="0" cap="none" spc="0" normalizeH="0" baseline="0" noProof="0" dirty="0">
                    <a:ln>
                      <a:noFill/>
                    </a:ln>
                    <a:solidFill>
                      <a:srgbClr val="595959"/>
                    </a:solidFill>
                    <a:effectLst/>
                    <a:uLnTx/>
                    <a:uFillTx/>
                    <a:latin typeface="Montserrat Black"/>
                    <a:ea typeface="Montserrat Black"/>
                    <a:cs typeface="Montserrat Black"/>
                    <a:sym typeface="Montserrat Black"/>
                  </a:rPr>
                  <a:t>m</a:t>
                </a:r>
                <a:r>
                  <a:rPr kumimoji="0" lang="es-ES" sz="4000" b="0" i="0" u="none" strike="noStrike" kern="0" cap="none" spc="0" normalizeH="0" baseline="0" noProof="0" dirty="0">
                    <a:ln>
                      <a:noFill/>
                    </a:ln>
                    <a:solidFill>
                      <a:srgbClr val="AEC000"/>
                    </a:solidFill>
                    <a:effectLst/>
                    <a:uLnTx/>
                    <a:uFillTx/>
                    <a:latin typeface="Montserrat Black"/>
                    <a:ea typeface="Montserrat Black"/>
                    <a:cs typeface="Montserrat Black"/>
                    <a:sym typeface="Montserrat Black"/>
                  </a:rPr>
                  <a:t>BI</a:t>
                </a:r>
                <a:endParaRPr kumimoji="0" lang="es-ES" sz="3200" b="0" i="0" u="none" strike="noStrike" kern="0" cap="none" spc="0" normalizeH="0" baseline="0" noProof="0" dirty="0">
                  <a:ln>
                    <a:noFill/>
                  </a:ln>
                  <a:solidFill>
                    <a:srgbClr val="AEC000"/>
                  </a:solidFill>
                  <a:effectLst/>
                  <a:uLnTx/>
                  <a:uFillTx/>
                  <a:latin typeface="Montserrat Black"/>
                  <a:ea typeface="Montserrat Black"/>
                  <a:cs typeface="Montserrat Black"/>
                  <a:sym typeface="Montserrat Black"/>
                </a:endParaRPr>
              </a:p>
            </p:txBody>
          </p:sp>
          <p:grpSp>
            <p:nvGrpSpPr>
              <p:cNvPr id="17" name="Grupo 16">
                <a:extLst>
                  <a:ext uri="{FF2B5EF4-FFF2-40B4-BE49-F238E27FC236}">
                    <a16:creationId xmlns:a16="http://schemas.microsoft.com/office/drawing/2014/main" id="{80C9F464-CD57-5A69-21B1-D2864C563B1A}"/>
                  </a:ext>
                </a:extLst>
              </p:cNvPr>
              <p:cNvGrpSpPr/>
              <p:nvPr/>
            </p:nvGrpSpPr>
            <p:grpSpPr>
              <a:xfrm>
                <a:off x="7619504" y="4163228"/>
                <a:ext cx="515670" cy="258304"/>
                <a:chOff x="7169050" y="4119070"/>
                <a:chExt cx="1009127" cy="505484"/>
              </a:xfrm>
            </p:grpSpPr>
            <p:sp>
              <p:nvSpPr>
                <p:cNvPr id="18" name="Forma en L 17">
                  <a:extLst>
                    <a:ext uri="{FF2B5EF4-FFF2-40B4-BE49-F238E27FC236}">
                      <a16:creationId xmlns:a16="http://schemas.microsoft.com/office/drawing/2014/main" id="{B4FA25A9-D279-FAD0-25A9-14A58B5ED008}"/>
                    </a:ext>
                  </a:extLst>
                </p:cNvPr>
                <p:cNvSpPr/>
                <p:nvPr/>
              </p:nvSpPr>
              <p:spPr>
                <a:xfrm>
                  <a:off x="7169050" y="4440658"/>
                  <a:ext cx="194113" cy="183896"/>
                </a:xfrm>
                <a:prstGeom prst="corner">
                  <a:avLst>
                    <a:gd name="adj1" fmla="val 30158"/>
                    <a:gd name="adj2" fmla="val 31746"/>
                  </a:avLst>
                </a:prstGeom>
                <a:solidFill>
                  <a:srgbClr val="AEC00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s-ES" sz="900" b="0" i="0" u="none" strike="noStrike" kern="0" cap="none" spc="0" normalizeH="0" baseline="0" noProof="0" dirty="0">
                    <a:ln>
                      <a:noFill/>
                    </a:ln>
                    <a:solidFill>
                      <a:srgbClr val="F8FFCA"/>
                    </a:solidFill>
                    <a:effectLst/>
                    <a:uLnTx/>
                    <a:uFillTx/>
                    <a:latin typeface="Montserrat Medium"/>
                    <a:ea typeface="+mn-ea"/>
                    <a:cs typeface="+mn-cs"/>
                    <a:sym typeface="Arial"/>
                  </a:endParaRPr>
                </a:p>
              </p:txBody>
            </p:sp>
            <p:sp>
              <p:nvSpPr>
                <p:cNvPr id="19" name="Forma en L 18">
                  <a:extLst>
                    <a:ext uri="{FF2B5EF4-FFF2-40B4-BE49-F238E27FC236}">
                      <a16:creationId xmlns:a16="http://schemas.microsoft.com/office/drawing/2014/main" id="{0C02AF40-30EF-5AF9-9F06-F5D0AFCF6240}"/>
                    </a:ext>
                  </a:extLst>
                </p:cNvPr>
                <p:cNvSpPr/>
                <p:nvPr/>
              </p:nvSpPr>
              <p:spPr>
                <a:xfrm flipH="1" flipV="1">
                  <a:off x="7984064" y="4119070"/>
                  <a:ext cx="194113" cy="183896"/>
                </a:xfrm>
                <a:prstGeom prst="corner">
                  <a:avLst>
                    <a:gd name="adj1" fmla="val 30158"/>
                    <a:gd name="adj2" fmla="val 31746"/>
                  </a:avLst>
                </a:prstGeom>
                <a:solidFill>
                  <a:srgbClr val="AEC000"/>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
                      <a:srgbClr val="000000"/>
                    </a:buClr>
                    <a:buSzTx/>
                    <a:buFont typeface="Arial"/>
                    <a:buNone/>
                    <a:tabLst/>
                    <a:defRPr/>
                  </a:pPr>
                  <a:endParaRPr kumimoji="0" lang="es-ES" sz="900" b="0" i="0" u="none" strike="noStrike" kern="0" cap="none" spc="0" normalizeH="0" baseline="0" noProof="0" dirty="0">
                    <a:ln>
                      <a:noFill/>
                    </a:ln>
                    <a:solidFill>
                      <a:srgbClr val="F8FFCA"/>
                    </a:solidFill>
                    <a:effectLst/>
                    <a:uLnTx/>
                    <a:uFillTx/>
                    <a:latin typeface="Montserrat Medium"/>
                    <a:ea typeface="+mn-ea"/>
                    <a:cs typeface="+mn-cs"/>
                    <a:sym typeface="Arial"/>
                  </a:endParaRPr>
                </a:p>
              </p:txBody>
            </p:sp>
          </p:grpSp>
        </p:grpSp>
        <p:pic>
          <p:nvPicPr>
            <p:cNvPr id="21" name="Imagen 20">
              <a:extLst>
                <a:ext uri="{FF2B5EF4-FFF2-40B4-BE49-F238E27FC236}">
                  <a16:creationId xmlns:a16="http://schemas.microsoft.com/office/drawing/2014/main" id="{F9D16A61-52A5-31E9-D569-1DFD4F6036FF}"/>
                </a:ext>
              </a:extLst>
            </p:cNvPr>
            <p:cNvPicPr>
              <a:picLocks noChangeAspect="1"/>
            </p:cNvPicPr>
            <p:nvPr/>
          </p:nvPicPr>
          <p:blipFill>
            <a:blip r:embed="rId11"/>
            <a:srcRect l="6527" t="3249" r="5278" b="12881"/>
            <a:stretch>
              <a:fillRect/>
            </a:stretch>
          </p:blipFill>
          <p:spPr>
            <a:xfrm>
              <a:off x="5145399" y="6924070"/>
              <a:ext cx="644374" cy="612767"/>
            </a:xfrm>
            <a:prstGeom prst="rect">
              <a:avLst/>
            </a:prstGeom>
          </p:spPr>
        </p:pic>
      </p:grpSp>
      <p:sp>
        <p:nvSpPr>
          <p:cNvPr id="24" name="Text 1">
            <a:extLst>
              <a:ext uri="{FF2B5EF4-FFF2-40B4-BE49-F238E27FC236}">
                <a16:creationId xmlns:a16="http://schemas.microsoft.com/office/drawing/2014/main" id="{589294FC-7BD1-36C7-B5C6-33AF09C46B8F}"/>
              </a:ext>
            </a:extLst>
          </p:cNvPr>
          <p:cNvSpPr/>
          <p:nvPr/>
        </p:nvSpPr>
        <p:spPr>
          <a:xfrm>
            <a:off x="6923923" y="3396454"/>
            <a:ext cx="2820566" cy="936000"/>
          </a:xfrm>
          <a:prstGeom prst="rect">
            <a:avLst/>
          </a:prstGeom>
          <a:noFill/>
          <a:ln/>
        </p:spPr>
        <p:txBody>
          <a:bodyPr wrap="square" lIns="25400" tIns="25400" rIns="25400" bIns="25400" rtlCol="0" anchor="b">
            <a:normAutofit/>
          </a:bodyPr>
          <a:lstStyle/>
          <a:p>
            <a:pPr marL="0" indent="0" algn="l">
              <a:buNone/>
            </a:pPr>
            <a:r>
              <a:rPr lang="en-US" sz="3000" b="1" kern="0" spc="-114" dirty="0">
                <a:solidFill>
                  <a:srgbClr val="211E2B"/>
                </a:solidFill>
                <a:latin typeface="Outfit" pitchFamily="34" charset="0"/>
                <a:ea typeface="Outfit" pitchFamily="34" charset="-122"/>
                <a:cs typeface="Outfit" pitchFamily="34" charset="-120"/>
              </a:rPr>
              <a:t>Silver Sponsor</a:t>
            </a:r>
            <a:endParaRPr lang="en-US" sz="3000" dirty="0"/>
          </a:p>
        </p:txBody>
      </p:sp>
      <p:pic>
        <p:nvPicPr>
          <p:cNvPr id="26" name="Image 0" descr="preencoded.png">
            <a:extLst>
              <a:ext uri="{FF2B5EF4-FFF2-40B4-BE49-F238E27FC236}">
                <a16:creationId xmlns:a16="http://schemas.microsoft.com/office/drawing/2014/main" id="{8FCD2A50-54BF-8454-8F8B-7F63245B47CF}"/>
              </a:ext>
            </a:extLst>
          </p:cNvPr>
          <p:cNvPicPr>
            <a:picLocks noChangeAspect="1"/>
          </p:cNvPicPr>
          <p:nvPr/>
        </p:nvPicPr>
        <p:blipFill>
          <a:blip r:embed="rId12">
            <a:alphaModFix amt="85000"/>
          </a:blip>
          <a:stretch>
            <a:fillRect/>
          </a:stretch>
        </p:blipFill>
        <p:spPr>
          <a:xfrm>
            <a:off x="15282333" y="773849"/>
            <a:ext cx="2415163" cy="2415163"/>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a:extLst>
            <a:ext uri="{FF2B5EF4-FFF2-40B4-BE49-F238E27FC236}">
              <a16:creationId xmlns:a16="http://schemas.microsoft.com/office/drawing/2014/main" id="{535343BD-0B19-0B17-A78B-D173261EA92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25048EB-A1A8-5469-4905-6D1ED8E944B3}"/>
              </a:ext>
            </a:extLst>
          </p:cNvPr>
          <p:cNvSpPr/>
          <p:nvPr/>
        </p:nvSpPr>
        <p:spPr>
          <a:xfrm>
            <a:off x="1047705" y="952410"/>
            <a:ext cx="17811848" cy="391783"/>
          </a:xfrm>
          <a:prstGeom prst="rect">
            <a:avLst/>
          </a:prstGeom>
          <a:noFill/>
          <a:ln/>
        </p:spPr>
        <p:txBody>
          <a:bodyPr wrap="square" lIns="25400" tIns="25400" rIns="25400" bIns="25400" rtlCol="0" anchor="t">
            <a:normAutofit/>
          </a:bodyPr>
          <a:lstStyle/>
          <a:p>
            <a:pPr marL="0" indent="0" algn="l">
              <a:buNone/>
            </a:pPr>
            <a:r>
              <a:rPr lang="en-US" sz="2100" kern="0" spc="462" dirty="0">
                <a:solidFill>
                  <a:srgbClr val="6B3FA8"/>
                </a:solidFill>
                <a:latin typeface="JetBrains Mono" pitchFamily="34" charset="0"/>
                <a:ea typeface="JetBrains Mono" pitchFamily="34" charset="-122"/>
                <a:cs typeface="JetBrains Mono" pitchFamily="34" charset="-120"/>
              </a:rPr>
              <a:t>PATROCINADORES</a:t>
            </a:r>
            <a:endParaRPr lang="en-US" sz="2100" dirty="0"/>
          </a:p>
        </p:txBody>
      </p:sp>
      <p:sp>
        <p:nvSpPr>
          <p:cNvPr id="3" name="Text 1">
            <a:extLst>
              <a:ext uri="{FF2B5EF4-FFF2-40B4-BE49-F238E27FC236}">
                <a16:creationId xmlns:a16="http://schemas.microsoft.com/office/drawing/2014/main" id="{2CCEF45A-7A7E-371A-40C7-B7882FDE2491}"/>
              </a:ext>
            </a:extLst>
          </p:cNvPr>
          <p:cNvSpPr/>
          <p:nvPr/>
        </p:nvSpPr>
        <p:spPr>
          <a:xfrm>
            <a:off x="1047705" y="1496548"/>
            <a:ext cx="17811848" cy="952500"/>
          </a:xfrm>
          <a:prstGeom prst="rect">
            <a:avLst/>
          </a:prstGeom>
          <a:noFill/>
          <a:ln/>
        </p:spPr>
        <p:txBody>
          <a:bodyPr wrap="square" lIns="25400" tIns="25400" rIns="25400" bIns="25400" rtlCol="0" anchor="t">
            <a:normAutofit/>
          </a:bodyPr>
          <a:lstStyle/>
          <a:p>
            <a:pPr marL="0" indent="0" algn="l">
              <a:buNone/>
            </a:pPr>
            <a:r>
              <a:rPr lang="en-US" sz="5700" b="1" kern="0" spc="-114" dirty="0">
                <a:solidFill>
                  <a:srgbClr val="211E2B"/>
                </a:solidFill>
                <a:latin typeface="Outfit" pitchFamily="34" charset="0"/>
                <a:ea typeface="Outfit" pitchFamily="34" charset="-122"/>
                <a:cs typeface="Outfit" pitchFamily="34" charset="-120"/>
              </a:rPr>
              <a:t>Quien hace posible el fin de semana</a:t>
            </a:r>
            <a:endParaRPr lang="en-US" sz="5700" dirty="0"/>
          </a:p>
        </p:txBody>
      </p:sp>
      <p:pic>
        <p:nvPicPr>
          <p:cNvPr id="23" name="Image 0" descr="preencoded.png">
            <a:extLst>
              <a:ext uri="{FF2B5EF4-FFF2-40B4-BE49-F238E27FC236}">
                <a16:creationId xmlns:a16="http://schemas.microsoft.com/office/drawing/2014/main" id="{BF93224A-B81F-BDD6-545D-67BCF20498B6}"/>
              </a:ext>
            </a:extLst>
          </p:cNvPr>
          <p:cNvPicPr>
            <a:picLocks noChangeAspect="1"/>
          </p:cNvPicPr>
          <p:nvPr/>
        </p:nvPicPr>
        <p:blipFill>
          <a:blip r:embed="rId3">
            <a:alphaModFix amt="85000"/>
          </a:blip>
          <a:stretch>
            <a:fillRect/>
          </a:stretch>
        </p:blipFill>
        <p:spPr>
          <a:xfrm>
            <a:off x="15282333" y="773849"/>
            <a:ext cx="2415163" cy="2415163"/>
          </a:xfrm>
          <a:prstGeom prst="rect">
            <a:avLst/>
          </a:prstGeom>
        </p:spPr>
      </p:pic>
      <p:sp>
        <p:nvSpPr>
          <p:cNvPr id="25" name="Text 1">
            <a:extLst>
              <a:ext uri="{FF2B5EF4-FFF2-40B4-BE49-F238E27FC236}">
                <a16:creationId xmlns:a16="http://schemas.microsoft.com/office/drawing/2014/main" id="{6BF170DF-FACC-6267-05D1-565BBC74A022}"/>
              </a:ext>
            </a:extLst>
          </p:cNvPr>
          <p:cNvSpPr/>
          <p:nvPr/>
        </p:nvSpPr>
        <p:spPr>
          <a:xfrm>
            <a:off x="13236393" y="8560651"/>
            <a:ext cx="3657600" cy="952500"/>
          </a:xfrm>
          <a:prstGeom prst="rect">
            <a:avLst/>
          </a:prstGeom>
          <a:noFill/>
          <a:ln/>
        </p:spPr>
        <p:txBody>
          <a:bodyPr wrap="square" lIns="25400" tIns="25400" rIns="25400" bIns="25400" rtlCol="0" anchor="t">
            <a:normAutofit/>
          </a:bodyPr>
          <a:lstStyle/>
          <a:p>
            <a:pPr marL="0" indent="0" algn="l">
              <a:buNone/>
            </a:pPr>
            <a:r>
              <a:rPr lang="en-US" sz="5700" b="1" kern="0" spc="-114" dirty="0">
                <a:solidFill>
                  <a:srgbClr val="6B3FA8"/>
                </a:solidFill>
                <a:latin typeface="Outfit" pitchFamily="34" charset="0"/>
                <a:ea typeface="Outfit" pitchFamily="34" charset="-122"/>
                <a:cs typeface="Outfit" pitchFamily="34" charset="-120"/>
              </a:rPr>
              <a:t>¡Gracias!</a:t>
            </a:r>
            <a:endParaRPr lang="en-US" sz="5700" dirty="0">
              <a:solidFill>
                <a:srgbClr val="6B3FA8"/>
              </a:solidFill>
            </a:endParaRPr>
          </a:p>
        </p:txBody>
      </p:sp>
      <p:sp>
        <p:nvSpPr>
          <p:cNvPr id="37" name="Text 1">
            <a:extLst>
              <a:ext uri="{FF2B5EF4-FFF2-40B4-BE49-F238E27FC236}">
                <a16:creationId xmlns:a16="http://schemas.microsoft.com/office/drawing/2014/main" id="{25B93B4A-3E63-EC0C-FE75-1E9DB8B5D02B}"/>
              </a:ext>
            </a:extLst>
          </p:cNvPr>
          <p:cNvSpPr/>
          <p:nvPr/>
        </p:nvSpPr>
        <p:spPr>
          <a:xfrm>
            <a:off x="1483537" y="2258009"/>
            <a:ext cx="16446280" cy="952500"/>
          </a:xfrm>
          <a:prstGeom prst="rect">
            <a:avLst/>
          </a:prstGeom>
          <a:noFill/>
          <a:ln/>
        </p:spPr>
        <p:txBody>
          <a:bodyPr wrap="square" lIns="25400" tIns="25400" rIns="25400" bIns="25400" rtlCol="0" anchor="t">
            <a:normAutofit/>
          </a:bodyPr>
          <a:lstStyle/>
          <a:p>
            <a:pPr marL="0" indent="0" algn="ctr">
              <a:buNone/>
            </a:pPr>
            <a:r>
              <a:rPr lang="en-US" sz="3000" b="1" kern="0" spc="-114" dirty="0">
                <a:solidFill>
                  <a:srgbClr val="211E2B"/>
                </a:solidFill>
                <a:latin typeface="Outfit" pitchFamily="34" charset="0"/>
                <a:ea typeface="Outfit" pitchFamily="34" charset="-122"/>
                <a:cs typeface="Outfit" pitchFamily="34" charset="-120"/>
              </a:rPr>
              <a:t>Contributor </a:t>
            </a:r>
            <a:r>
              <a:rPr lang="en-US" sz="3600" b="1" kern="0" spc="-114" dirty="0">
                <a:solidFill>
                  <a:srgbClr val="211E2B"/>
                </a:solidFill>
                <a:latin typeface="Outfit" pitchFamily="34" charset="0"/>
                <a:ea typeface="Outfit" pitchFamily="34" charset="-122"/>
                <a:cs typeface="Outfit" pitchFamily="34" charset="-120"/>
              </a:rPr>
              <a:t>Sponsors</a:t>
            </a:r>
            <a:endParaRPr lang="en-US" sz="3000" dirty="0"/>
          </a:p>
        </p:txBody>
      </p:sp>
      <p:sp>
        <p:nvSpPr>
          <p:cNvPr id="4" name="Rectángulo 3">
            <a:extLst>
              <a:ext uri="{FF2B5EF4-FFF2-40B4-BE49-F238E27FC236}">
                <a16:creationId xmlns:a16="http://schemas.microsoft.com/office/drawing/2014/main" id="{3A27257F-FDFA-D471-A96C-507FBA6AEB51}"/>
              </a:ext>
            </a:extLst>
          </p:cNvPr>
          <p:cNvSpPr/>
          <p:nvPr/>
        </p:nvSpPr>
        <p:spPr>
          <a:xfrm>
            <a:off x="0" y="5297924"/>
            <a:ext cx="18293515" cy="745466"/>
          </a:xfrm>
          <a:prstGeom prst="rect">
            <a:avLst/>
          </a:prstGeom>
          <a:gradFill>
            <a:gsLst>
              <a:gs pos="48000">
                <a:schemeClr val="accent4">
                  <a:lumMod val="40000"/>
                  <a:lumOff val="60000"/>
                </a:schemeClr>
              </a:gs>
              <a:gs pos="100000">
                <a:srgbClr val="C39DDF"/>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6" name="CuadroTexto 5">
            <a:extLst>
              <a:ext uri="{FF2B5EF4-FFF2-40B4-BE49-F238E27FC236}">
                <a16:creationId xmlns:a16="http://schemas.microsoft.com/office/drawing/2014/main" id="{0A67BEDB-DC6C-8911-5BD1-6C121B60F051}"/>
              </a:ext>
            </a:extLst>
          </p:cNvPr>
          <p:cNvSpPr txBox="1"/>
          <p:nvPr/>
        </p:nvSpPr>
        <p:spPr>
          <a:xfrm>
            <a:off x="676853" y="6820156"/>
            <a:ext cx="1755786" cy="646331"/>
          </a:xfrm>
          <a:prstGeom prst="rect">
            <a:avLst/>
          </a:prstGeom>
          <a:noFill/>
        </p:spPr>
        <p:txBody>
          <a:bodyPr wrap="square" rtlCol="0">
            <a:spAutoFit/>
          </a:bodyPr>
          <a:lstStyle/>
          <a:p>
            <a:pPr algn="ctr"/>
            <a:r>
              <a:rPr lang="es-ES" b="1"/>
              <a:t>Roberto Carrancio</a:t>
            </a:r>
          </a:p>
        </p:txBody>
      </p:sp>
      <p:sp>
        <p:nvSpPr>
          <p:cNvPr id="7" name="CuadroTexto 6">
            <a:extLst>
              <a:ext uri="{FF2B5EF4-FFF2-40B4-BE49-F238E27FC236}">
                <a16:creationId xmlns:a16="http://schemas.microsoft.com/office/drawing/2014/main" id="{7457AB81-ADC9-A181-6310-19EFF6C77E17}"/>
              </a:ext>
            </a:extLst>
          </p:cNvPr>
          <p:cNvSpPr txBox="1"/>
          <p:nvPr/>
        </p:nvSpPr>
        <p:spPr>
          <a:xfrm>
            <a:off x="2927678" y="6813936"/>
            <a:ext cx="1541002" cy="646331"/>
          </a:xfrm>
          <a:prstGeom prst="rect">
            <a:avLst/>
          </a:prstGeom>
          <a:noFill/>
        </p:spPr>
        <p:txBody>
          <a:bodyPr wrap="square" rtlCol="0">
            <a:spAutoFit/>
          </a:bodyPr>
          <a:lstStyle/>
          <a:p>
            <a:pPr algn="ctr"/>
            <a:r>
              <a:rPr lang="es-ES" b="1"/>
              <a:t>Javier</a:t>
            </a:r>
          </a:p>
          <a:p>
            <a:pPr algn="ctr"/>
            <a:r>
              <a:rPr lang="es-ES" b="1"/>
              <a:t>Sánchez</a:t>
            </a:r>
          </a:p>
        </p:txBody>
      </p:sp>
      <p:sp>
        <p:nvSpPr>
          <p:cNvPr id="8" name="CuadroTexto 7">
            <a:extLst>
              <a:ext uri="{FF2B5EF4-FFF2-40B4-BE49-F238E27FC236}">
                <a16:creationId xmlns:a16="http://schemas.microsoft.com/office/drawing/2014/main" id="{D7A4D9D5-3F9A-C395-3913-B959D7BC8610}"/>
              </a:ext>
            </a:extLst>
          </p:cNvPr>
          <p:cNvSpPr txBox="1"/>
          <p:nvPr/>
        </p:nvSpPr>
        <p:spPr>
          <a:xfrm>
            <a:off x="4538755" y="6813935"/>
            <a:ext cx="2320866" cy="646331"/>
          </a:xfrm>
          <a:prstGeom prst="rect">
            <a:avLst/>
          </a:prstGeom>
          <a:noFill/>
        </p:spPr>
        <p:txBody>
          <a:bodyPr wrap="square" rtlCol="0">
            <a:spAutoFit/>
          </a:bodyPr>
          <a:lstStyle/>
          <a:p>
            <a:pPr algn="ctr"/>
            <a:r>
              <a:rPr lang="es-ES" b="1"/>
              <a:t>Clara Vega</a:t>
            </a:r>
            <a:br>
              <a:rPr lang="es-ES" b="1"/>
            </a:br>
            <a:r>
              <a:rPr lang="es-ES" b="1"/>
              <a:t>J.M. Pomares</a:t>
            </a:r>
          </a:p>
        </p:txBody>
      </p:sp>
      <p:sp>
        <p:nvSpPr>
          <p:cNvPr id="9" name="CuadroTexto 8">
            <a:extLst>
              <a:ext uri="{FF2B5EF4-FFF2-40B4-BE49-F238E27FC236}">
                <a16:creationId xmlns:a16="http://schemas.microsoft.com/office/drawing/2014/main" id="{618128E6-5C2E-FB26-526A-5EC5DA06F4FE}"/>
              </a:ext>
            </a:extLst>
          </p:cNvPr>
          <p:cNvSpPr txBox="1"/>
          <p:nvPr/>
        </p:nvSpPr>
        <p:spPr>
          <a:xfrm>
            <a:off x="6900175" y="6820156"/>
            <a:ext cx="1807427" cy="369332"/>
          </a:xfrm>
          <a:prstGeom prst="rect">
            <a:avLst/>
          </a:prstGeom>
          <a:noFill/>
        </p:spPr>
        <p:txBody>
          <a:bodyPr wrap="square" rtlCol="0">
            <a:spAutoFit/>
          </a:bodyPr>
          <a:lstStyle/>
          <a:p>
            <a:pPr algn="ctr"/>
            <a:r>
              <a:rPr lang="es-ES" b="1"/>
              <a:t>J.M. Pomares</a:t>
            </a:r>
          </a:p>
        </p:txBody>
      </p:sp>
      <p:sp>
        <p:nvSpPr>
          <p:cNvPr id="10" name="CuadroTexto 9">
            <a:extLst>
              <a:ext uri="{FF2B5EF4-FFF2-40B4-BE49-F238E27FC236}">
                <a16:creationId xmlns:a16="http://schemas.microsoft.com/office/drawing/2014/main" id="{B8074738-2FCE-6438-A2C2-31990B0C181E}"/>
              </a:ext>
            </a:extLst>
          </p:cNvPr>
          <p:cNvSpPr txBox="1"/>
          <p:nvPr/>
        </p:nvSpPr>
        <p:spPr>
          <a:xfrm>
            <a:off x="9041115" y="6813936"/>
            <a:ext cx="1875902" cy="646331"/>
          </a:xfrm>
          <a:prstGeom prst="rect">
            <a:avLst/>
          </a:prstGeom>
          <a:noFill/>
        </p:spPr>
        <p:txBody>
          <a:bodyPr wrap="square" rtlCol="0">
            <a:spAutoFit/>
          </a:bodyPr>
          <a:lstStyle/>
          <a:p>
            <a:pPr algn="ctr"/>
            <a:r>
              <a:rPr lang="es-ES" b="1"/>
              <a:t>Diana Aguilera</a:t>
            </a:r>
          </a:p>
          <a:p>
            <a:pPr algn="ctr"/>
            <a:r>
              <a:rPr lang="es-ES" b="1"/>
              <a:t>Nelson López</a:t>
            </a:r>
          </a:p>
        </p:txBody>
      </p:sp>
      <p:sp>
        <p:nvSpPr>
          <p:cNvPr id="12" name="Text 17">
            <a:extLst>
              <a:ext uri="{FF2B5EF4-FFF2-40B4-BE49-F238E27FC236}">
                <a16:creationId xmlns:a16="http://schemas.microsoft.com/office/drawing/2014/main" id="{E505B599-842D-EA70-5F5A-D8F1987E437E}"/>
              </a:ext>
            </a:extLst>
          </p:cNvPr>
          <p:cNvSpPr/>
          <p:nvPr/>
        </p:nvSpPr>
        <p:spPr>
          <a:xfrm>
            <a:off x="1047705" y="8817679"/>
            <a:ext cx="9229787" cy="745466"/>
          </a:xfrm>
          <a:prstGeom prst="rect">
            <a:avLst/>
          </a:prstGeom>
          <a:noFill/>
          <a:ln/>
        </p:spPr>
        <p:txBody>
          <a:bodyPr wrap="square" lIns="25400" tIns="25400" rIns="25400" bIns="25400" rtlCol="0" anchor="t">
            <a:normAutofit/>
          </a:bodyPr>
          <a:lstStyle/>
          <a:p>
            <a:pPr marL="0" indent="0" algn="l">
              <a:buNone/>
            </a:pPr>
            <a:r>
              <a:rPr lang="en-US" sz="2100" dirty="0">
                <a:solidFill>
                  <a:srgbClr val="6B6577"/>
                </a:solidFill>
                <a:latin typeface="JetBrains Mono" pitchFamily="34" charset="0"/>
                <a:ea typeface="JetBrains Mono" pitchFamily="34" charset="-122"/>
                <a:cs typeface="JetBrains Mono" pitchFamily="34" charset="-120"/>
              </a:rPr>
              <a:t>#techenelpueblo · #somoscomunidad · #ppwclm · #madridejos</a:t>
            </a:r>
            <a:endParaRPr lang="en-US" sz="2100" dirty="0"/>
          </a:p>
        </p:txBody>
      </p:sp>
      <p:grpSp>
        <p:nvGrpSpPr>
          <p:cNvPr id="16" name="Grupo 15">
            <a:extLst>
              <a:ext uri="{FF2B5EF4-FFF2-40B4-BE49-F238E27FC236}">
                <a16:creationId xmlns:a16="http://schemas.microsoft.com/office/drawing/2014/main" id="{D028884F-87BF-6DD1-92C6-DE7C06F147AE}"/>
              </a:ext>
            </a:extLst>
          </p:cNvPr>
          <p:cNvGrpSpPr/>
          <p:nvPr/>
        </p:nvGrpSpPr>
        <p:grpSpPr>
          <a:xfrm>
            <a:off x="649421" y="4118482"/>
            <a:ext cx="16845204" cy="2572543"/>
            <a:chOff x="576269" y="4283206"/>
            <a:chExt cx="15766579" cy="2407819"/>
          </a:xfrm>
        </p:grpSpPr>
        <p:pic>
          <p:nvPicPr>
            <p:cNvPr id="26" name="Imagen 25">
              <a:extLst>
                <a:ext uri="{FF2B5EF4-FFF2-40B4-BE49-F238E27FC236}">
                  <a16:creationId xmlns:a16="http://schemas.microsoft.com/office/drawing/2014/main" id="{1730CE69-7DD5-D9CA-35FB-FA0818F2A13A}"/>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97375" y="4505454"/>
              <a:ext cx="1617243" cy="2185571"/>
            </a:xfrm>
            <a:prstGeom prst="rect">
              <a:avLst/>
            </a:prstGeom>
          </p:spPr>
        </p:pic>
        <p:pic>
          <p:nvPicPr>
            <p:cNvPr id="31" name="Imagen 30">
              <a:extLst>
                <a:ext uri="{FF2B5EF4-FFF2-40B4-BE49-F238E27FC236}">
                  <a16:creationId xmlns:a16="http://schemas.microsoft.com/office/drawing/2014/main" id="{6A594BF7-4268-5C4A-E166-10423712B55B}"/>
                </a:ext>
              </a:extLst>
            </p:cNvPr>
            <p:cNvPicPr>
              <a:picLocks noChangeAspect="1"/>
            </p:cNvPicPr>
            <p:nvPr/>
          </p:nvPicPr>
          <p:blipFill>
            <a:blip r:embed="rId5"/>
            <a:stretch>
              <a:fillRect/>
            </a:stretch>
          </p:blipFill>
          <p:spPr>
            <a:xfrm>
              <a:off x="2644214" y="4283206"/>
              <a:ext cx="1541002" cy="2407819"/>
            </a:xfrm>
            <a:prstGeom prst="rect">
              <a:avLst/>
            </a:prstGeom>
          </p:spPr>
        </p:pic>
        <p:pic>
          <p:nvPicPr>
            <p:cNvPr id="34" name="Imagen 33">
              <a:extLst>
                <a:ext uri="{FF2B5EF4-FFF2-40B4-BE49-F238E27FC236}">
                  <a16:creationId xmlns:a16="http://schemas.microsoft.com/office/drawing/2014/main" id="{681652F3-0DA3-6E8D-5E92-41A1786C613A}"/>
                </a:ext>
              </a:extLst>
            </p:cNvPr>
            <p:cNvPicPr>
              <a:picLocks noChangeAspect="1"/>
            </p:cNvPicPr>
            <p:nvPr/>
          </p:nvPicPr>
          <p:blipFill>
            <a:blip r:embed="rId6"/>
            <a:stretch>
              <a:fillRect/>
            </a:stretch>
          </p:blipFill>
          <p:spPr>
            <a:xfrm>
              <a:off x="576269" y="4489540"/>
              <a:ext cx="1755786" cy="2201485"/>
            </a:xfrm>
            <a:prstGeom prst="rect">
              <a:avLst/>
            </a:prstGeom>
          </p:spPr>
        </p:pic>
        <p:pic>
          <p:nvPicPr>
            <p:cNvPr id="38" name="Imagen 37">
              <a:extLst>
                <a:ext uri="{FF2B5EF4-FFF2-40B4-BE49-F238E27FC236}">
                  <a16:creationId xmlns:a16="http://schemas.microsoft.com/office/drawing/2014/main" id="{888DDC24-2AAA-B7F7-97E3-3F60AC89B42E}"/>
                </a:ext>
              </a:extLst>
            </p:cNvPr>
            <p:cNvPicPr>
              <a:picLocks noChangeAspect="1"/>
            </p:cNvPicPr>
            <p:nvPr/>
          </p:nvPicPr>
          <p:blipFill>
            <a:blip r:embed="rId7"/>
            <a:stretch>
              <a:fillRect/>
            </a:stretch>
          </p:blipFill>
          <p:spPr>
            <a:xfrm>
              <a:off x="8430630" y="4453259"/>
              <a:ext cx="1755786" cy="2237766"/>
            </a:xfrm>
            <a:prstGeom prst="rect">
              <a:avLst/>
            </a:prstGeom>
          </p:spPr>
        </p:pic>
        <p:pic>
          <p:nvPicPr>
            <p:cNvPr id="40" name="Imagen 39">
              <a:extLst>
                <a:ext uri="{FF2B5EF4-FFF2-40B4-BE49-F238E27FC236}">
                  <a16:creationId xmlns:a16="http://schemas.microsoft.com/office/drawing/2014/main" id="{AE155EEC-246E-8C9E-99A0-7CB19A2EBC6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426777" y="4481949"/>
              <a:ext cx="1691695" cy="2209076"/>
            </a:xfrm>
            <a:prstGeom prst="rect">
              <a:avLst/>
            </a:prstGeom>
          </p:spPr>
        </p:pic>
        <p:pic>
          <p:nvPicPr>
            <p:cNvPr id="13" name="Imagen 12">
              <a:extLst>
                <a:ext uri="{FF2B5EF4-FFF2-40B4-BE49-F238E27FC236}">
                  <a16:creationId xmlns:a16="http://schemas.microsoft.com/office/drawing/2014/main" id="{F34260BB-1E7E-DCB5-F78D-297CB3FA9753}"/>
                </a:ext>
              </a:extLst>
            </p:cNvPr>
            <p:cNvPicPr>
              <a:picLocks noChangeAspect="1"/>
            </p:cNvPicPr>
            <p:nvPr/>
          </p:nvPicPr>
          <p:blipFill>
            <a:blip r:embed="rId9"/>
            <a:stretch>
              <a:fillRect/>
            </a:stretch>
          </p:blipFill>
          <p:spPr>
            <a:xfrm>
              <a:off x="14553816" y="4453261"/>
              <a:ext cx="1789032" cy="2208406"/>
            </a:xfrm>
            <a:prstGeom prst="rect">
              <a:avLst/>
            </a:prstGeom>
          </p:spPr>
        </p:pic>
        <p:pic>
          <p:nvPicPr>
            <p:cNvPr id="17" name="Imagen 16">
              <a:extLst>
                <a:ext uri="{FF2B5EF4-FFF2-40B4-BE49-F238E27FC236}">
                  <a16:creationId xmlns:a16="http://schemas.microsoft.com/office/drawing/2014/main" id="{01D41274-63D6-3C45-A574-3322AE976E5C}"/>
                </a:ext>
              </a:extLst>
            </p:cNvPr>
            <p:cNvPicPr>
              <a:picLocks noChangeAspect="1"/>
            </p:cNvPicPr>
            <p:nvPr/>
          </p:nvPicPr>
          <p:blipFill>
            <a:blip r:embed="rId10"/>
            <a:stretch>
              <a:fillRect/>
            </a:stretch>
          </p:blipFill>
          <p:spPr>
            <a:xfrm>
              <a:off x="12577336" y="4481949"/>
              <a:ext cx="1683857" cy="2179717"/>
            </a:xfrm>
            <a:prstGeom prst="rect">
              <a:avLst/>
            </a:prstGeom>
          </p:spPr>
        </p:pic>
        <p:pic>
          <p:nvPicPr>
            <p:cNvPr id="19" name="Imagen 18">
              <a:extLst>
                <a:ext uri="{FF2B5EF4-FFF2-40B4-BE49-F238E27FC236}">
                  <a16:creationId xmlns:a16="http://schemas.microsoft.com/office/drawing/2014/main" id="{491B4FDC-8CAF-0F8F-A4A8-99BA6C8475C5}"/>
                </a:ext>
              </a:extLst>
            </p:cNvPr>
            <p:cNvPicPr>
              <a:picLocks noChangeAspect="1"/>
            </p:cNvPicPr>
            <p:nvPr/>
          </p:nvPicPr>
          <p:blipFill>
            <a:blip r:embed="rId11"/>
            <a:stretch>
              <a:fillRect/>
            </a:stretch>
          </p:blipFill>
          <p:spPr>
            <a:xfrm>
              <a:off x="10479038" y="4453260"/>
              <a:ext cx="1805676" cy="2237765"/>
            </a:xfrm>
            <a:prstGeom prst="rect">
              <a:avLst/>
            </a:prstGeom>
          </p:spPr>
        </p:pic>
      </p:grpSp>
      <p:sp>
        <p:nvSpPr>
          <p:cNvPr id="11" name="CuadroTexto 10">
            <a:extLst>
              <a:ext uri="{FF2B5EF4-FFF2-40B4-BE49-F238E27FC236}">
                <a16:creationId xmlns:a16="http://schemas.microsoft.com/office/drawing/2014/main" id="{340A001F-61CD-1EC2-72D3-941F16B72DFD}"/>
              </a:ext>
            </a:extLst>
          </p:cNvPr>
          <p:cNvSpPr txBox="1"/>
          <p:nvPr/>
        </p:nvSpPr>
        <p:spPr>
          <a:xfrm>
            <a:off x="11250529" y="6820156"/>
            <a:ext cx="1908335" cy="369332"/>
          </a:xfrm>
          <a:prstGeom prst="rect">
            <a:avLst/>
          </a:prstGeom>
          <a:noFill/>
        </p:spPr>
        <p:txBody>
          <a:bodyPr wrap="square" rtlCol="0">
            <a:spAutoFit/>
          </a:bodyPr>
          <a:lstStyle/>
          <a:p>
            <a:pPr algn="ctr"/>
            <a:r>
              <a:rPr lang="es-ES" b="1"/>
              <a:t>Ana. M. Bisbé</a:t>
            </a:r>
          </a:p>
        </p:txBody>
      </p:sp>
      <p:sp>
        <p:nvSpPr>
          <p:cNvPr id="14" name="CuadroTexto 13">
            <a:extLst>
              <a:ext uri="{FF2B5EF4-FFF2-40B4-BE49-F238E27FC236}">
                <a16:creationId xmlns:a16="http://schemas.microsoft.com/office/drawing/2014/main" id="{E08E7687-E8C4-0151-5C60-0874C82CCCEA}"/>
              </a:ext>
            </a:extLst>
          </p:cNvPr>
          <p:cNvSpPr txBox="1"/>
          <p:nvPr/>
        </p:nvSpPr>
        <p:spPr>
          <a:xfrm>
            <a:off x="13492376" y="6820156"/>
            <a:ext cx="1778182" cy="369332"/>
          </a:xfrm>
          <a:prstGeom prst="rect">
            <a:avLst/>
          </a:prstGeom>
          <a:noFill/>
        </p:spPr>
        <p:txBody>
          <a:bodyPr wrap="square" rtlCol="0">
            <a:spAutoFit/>
          </a:bodyPr>
          <a:lstStyle/>
          <a:p>
            <a:pPr algn="ctr"/>
            <a:r>
              <a:rPr lang="es-ES" b="1"/>
              <a:t>Ana. M. Bisbé</a:t>
            </a:r>
          </a:p>
        </p:txBody>
      </p:sp>
      <p:sp>
        <p:nvSpPr>
          <p:cNvPr id="15" name="CuadroTexto 14">
            <a:extLst>
              <a:ext uri="{FF2B5EF4-FFF2-40B4-BE49-F238E27FC236}">
                <a16:creationId xmlns:a16="http://schemas.microsoft.com/office/drawing/2014/main" id="{AFD4095E-125E-2F6C-F7BB-196EC0E0F1D0}"/>
              </a:ext>
            </a:extLst>
          </p:cNvPr>
          <p:cNvSpPr txBox="1"/>
          <p:nvPr/>
        </p:nvSpPr>
        <p:spPr>
          <a:xfrm>
            <a:off x="15643786" y="6813935"/>
            <a:ext cx="1805676" cy="369332"/>
          </a:xfrm>
          <a:prstGeom prst="rect">
            <a:avLst/>
          </a:prstGeom>
          <a:noFill/>
        </p:spPr>
        <p:txBody>
          <a:bodyPr wrap="square" rtlCol="0">
            <a:spAutoFit/>
          </a:bodyPr>
          <a:lstStyle/>
          <a:p>
            <a:pPr algn="ctr"/>
            <a:r>
              <a:rPr lang="es-ES" b="1"/>
              <a:t>Ana. M. Bisbé</a:t>
            </a:r>
          </a:p>
        </p:txBody>
      </p:sp>
    </p:spTree>
    <p:extLst>
      <p:ext uri="{BB962C8B-B14F-4D97-AF65-F5344CB8AC3E}">
        <p14:creationId xmlns:p14="http://schemas.microsoft.com/office/powerpoint/2010/main" val="2407264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bg>
      <p:bgPr>
        <a:solidFill>
          <a:srgbClr val="6B3FA8"/>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14000"/>
          </a:blip>
          <a:stretch>
            <a:fillRect/>
          </a:stretch>
        </p:blipFill>
        <p:spPr>
          <a:xfrm>
            <a:off x="10568165" y="55537"/>
            <a:ext cx="10391650" cy="10391650"/>
          </a:xfrm>
          <a:prstGeom prst="rect">
            <a:avLst/>
          </a:prstGeom>
        </p:spPr>
      </p:pic>
      <p:sp>
        <p:nvSpPr>
          <p:cNvPr id="4" name="Text 1"/>
          <p:cNvSpPr/>
          <p:nvPr/>
        </p:nvSpPr>
        <p:spPr>
          <a:xfrm>
            <a:off x="1602179" y="3911046"/>
            <a:ext cx="12875819" cy="1232454"/>
          </a:xfrm>
          <a:prstGeom prst="rect">
            <a:avLst/>
          </a:prstGeom>
          <a:noFill/>
          <a:ln/>
        </p:spPr>
        <p:txBody>
          <a:bodyPr wrap="none" lIns="25400" tIns="25400" rIns="25400" bIns="25400" rtlCol="0" anchor="t">
            <a:noAutofit/>
          </a:bodyPr>
          <a:lstStyle/>
          <a:p>
            <a:pPr marL="0" indent="0" algn="just">
              <a:lnSpc>
                <a:spcPct val="75251"/>
              </a:lnSpc>
              <a:buNone/>
            </a:pPr>
            <a:r>
              <a:rPr lang="en-US" sz="8000" b="1" kern="0" spc="-297" dirty="0">
                <a:solidFill>
                  <a:srgbClr val="F5F3EE"/>
                </a:solidFill>
                <a:latin typeface="Outfit" pitchFamily="34" charset="0"/>
                <a:ea typeface="Outfit" pitchFamily="34" charset="-122"/>
              </a:rPr>
              <a:t>Caso </a:t>
            </a:r>
            <a:r>
              <a:rPr lang="en-US" sz="8000" b="1" kern="0" spc="-297" dirty="0" err="1">
                <a:solidFill>
                  <a:srgbClr val="F5F3EE"/>
                </a:solidFill>
                <a:latin typeface="Outfit" pitchFamily="34" charset="0"/>
                <a:ea typeface="Outfit" pitchFamily="34" charset="-122"/>
              </a:rPr>
              <a:t>práctico</a:t>
            </a:r>
            <a:r>
              <a:rPr lang="en-US" sz="8000" b="1" kern="0" spc="-297" dirty="0">
                <a:solidFill>
                  <a:srgbClr val="F5F3EE"/>
                </a:solidFill>
                <a:latin typeface="Outfit" pitchFamily="34" charset="0"/>
                <a:ea typeface="Outfit" pitchFamily="34" charset="-122"/>
              </a:rPr>
              <a:t> </a:t>
            </a:r>
          </a:p>
          <a:p>
            <a:pPr marL="0" indent="0" algn="just">
              <a:lnSpc>
                <a:spcPct val="75251"/>
              </a:lnSpc>
              <a:buNone/>
            </a:pPr>
            <a:r>
              <a:rPr lang="en-US" sz="8000" b="1" kern="0" spc="-297" dirty="0">
                <a:solidFill>
                  <a:srgbClr val="F5F3EE"/>
                </a:solidFill>
                <a:latin typeface="Outfit" pitchFamily="34" charset="0"/>
                <a:ea typeface="Outfit" pitchFamily="34" charset="-122"/>
              </a:rPr>
              <a:t>y </a:t>
            </a:r>
            <a:r>
              <a:rPr lang="en-US" sz="8000" b="1" kern="0" spc="-297" dirty="0" err="1">
                <a:solidFill>
                  <a:srgbClr val="F5F3EE"/>
                </a:solidFill>
                <a:latin typeface="Outfit" pitchFamily="34" charset="0"/>
                <a:ea typeface="Outfit" pitchFamily="34" charset="-122"/>
              </a:rPr>
              <a:t>origen</a:t>
            </a:r>
            <a:r>
              <a:rPr lang="en-US" sz="8000" b="1" kern="0" spc="-297" dirty="0">
                <a:solidFill>
                  <a:srgbClr val="F5F3EE"/>
                </a:solidFill>
                <a:latin typeface="Outfit" pitchFamily="34" charset="0"/>
                <a:ea typeface="Outfit" pitchFamily="34" charset="-122"/>
              </a:rPr>
              <a:t> del </a:t>
            </a:r>
            <a:r>
              <a:rPr lang="en-US" sz="8000" b="1" kern="0" spc="-297" dirty="0" err="1">
                <a:solidFill>
                  <a:srgbClr val="F5F3EE"/>
                </a:solidFill>
                <a:latin typeface="Outfit" pitchFamily="34" charset="0"/>
                <a:ea typeface="Outfit" pitchFamily="34" charset="-122"/>
              </a:rPr>
              <a:t>problema</a:t>
            </a:r>
            <a:endParaRPr lang="en-US" sz="8000" dirty="0"/>
          </a:p>
        </p:txBody>
      </p:sp>
      <p:sp>
        <p:nvSpPr>
          <p:cNvPr id="6" name="Text 3"/>
          <p:cNvSpPr/>
          <p:nvPr/>
        </p:nvSpPr>
        <p:spPr>
          <a:xfrm>
            <a:off x="1809998" y="9290914"/>
            <a:ext cx="17811848" cy="391783"/>
          </a:xfrm>
          <a:prstGeom prst="rect">
            <a:avLst/>
          </a:prstGeom>
          <a:noFill/>
          <a:ln/>
        </p:spPr>
        <p:txBody>
          <a:bodyPr wrap="square" lIns="25400" tIns="25400" rIns="25400" bIns="25400" rtlCol="0" anchor="t">
            <a:normAutofit/>
          </a:bodyPr>
          <a:lstStyle/>
          <a:p>
            <a:pPr marL="0" indent="0" algn="l">
              <a:buNone/>
            </a:pPr>
            <a:r>
              <a:rPr lang="en-US" sz="2100" dirty="0">
                <a:solidFill>
                  <a:srgbClr val="D9CDEA"/>
                </a:solidFill>
                <a:latin typeface="JetBrains Mono" pitchFamily="34" charset="0"/>
                <a:ea typeface="JetBrains Mono" pitchFamily="34" charset="-122"/>
                <a:cs typeface="JetBrains Mono" pitchFamily="34" charset="-120"/>
              </a:rPr>
              <a:t>#techenelpueblo · #somoscomunidad · #ppwclm · #madridejos</a:t>
            </a:r>
            <a:endParaRPr lang="en-US" sz="2100" dirty="0"/>
          </a:p>
        </p:txBody>
      </p:sp>
      <p:sp>
        <p:nvSpPr>
          <p:cNvPr id="7" name="Text 0">
            <a:extLst>
              <a:ext uri="{FF2B5EF4-FFF2-40B4-BE49-F238E27FC236}">
                <a16:creationId xmlns:a16="http://schemas.microsoft.com/office/drawing/2014/main" id="{27C014BD-B439-C2A2-8347-058747A1C8B0}"/>
              </a:ext>
            </a:extLst>
          </p:cNvPr>
          <p:cNvSpPr/>
          <p:nvPr/>
        </p:nvSpPr>
        <p:spPr>
          <a:xfrm>
            <a:off x="-457539" y="1919591"/>
            <a:ext cx="17811848" cy="443542"/>
          </a:xfrm>
          <a:prstGeom prst="rect">
            <a:avLst/>
          </a:prstGeom>
          <a:noFill/>
          <a:ln/>
        </p:spPr>
        <p:txBody>
          <a:bodyPr wrap="square" lIns="25400" tIns="25400" rIns="25400" bIns="25400" rtlCol="0" anchor="t">
            <a:noAutofit/>
          </a:bodyPr>
          <a:lstStyle/>
          <a:p>
            <a:pPr marL="0" indent="0" algn="ctr">
              <a:buNone/>
            </a:pPr>
            <a:r>
              <a:rPr lang="en-US" sz="6000" b="1" kern="0" spc="528" dirty="0">
                <a:solidFill>
                  <a:srgbClr val="E0A526"/>
                </a:solidFill>
                <a:latin typeface="JetBrains Mono" pitchFamily="34" charset="0"/>
                <a:ea typeface="JetBrains Mono" pitchFamily="34" charset="-122"/>
                <a:cs typeface="JetBrains Mono" pitchFamily="34" charset="-120"/>
              </a:rPr>
              <a:t>BLOQUE 1</a:t>
            </a:r>
            <a:endParaRPr lang="en-US" sz="6000" b="1"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a:extLst>
            <a:ext uri="{FF2B5EF4-FFF2-40B4-BE49-F238E27FC236}">
              <a16:creationId xmlns:a16="http://schemas.microsoft.com/office/drawing/2014/main" id="{D222D24A-4C42-FB2B-6AEB-48A8CF0AB0B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BFD2013D-DADD-8120-BFCA-B37C283DFBD3}"/>
              </a:ext>
            </a:extLst>
          </p:cNvPr>
          <p:cNvSpPr/>
          <p:nvPr/>
        </p:nvSpPr>
        <p:spPr>
          <a:xfrm>
            <a:off x="1047705" y="665470"/>
            <a:ext cx="9991087" cy="391783"/>
          </a:xfrm>
          <a:prstGeom prst="rect">
            <a:avLst/>
          </a:prstGeom>
          <a:noFill/>
          <a:ln/>
        </p:spPr>
        <p:txBody>
          <a:bodyPr wrap="square" lIns="25400" tIns="25400" rIns="25400" bIns="25400" rtlCol="0" anchor="t">
            <a:normAutofit/>
          </a:bodyPr>
          <a:lstStyle/>
          <a:p>
            <a:pPr marL="0" indent="0" algn="l">
              <a:buNone/>
            </a:pPr>
            <a:r>
              <a:rPr lang="en-US" sz="2100" kern="0" spc="462" dirty="0">
                <a:solidFill>
                  <a:srgbClr val="6B3FA8"/>
                </a:solidFill>
                <a:latin typeface="JetBrains Mono" pitchFamily="34" charset="0"/>
                <a:ea typeface="JetBrains Mono" pitchFamily="34" charset="-122"/>
                <a:cs typeface="JetBrains Mono" pitchFamily="34" charset="-120"/>
              </a:rPr>
              <a:t>APARTADO 1.1</a:t>
            </a:r>
            <a:endParaRPr lang="en-US" sz="2100" dirty="0"/>
          </a:p>
        </p:txBody>
      </p:sp>
      <p:sp>
        <p:nvSpPr>
          <p:cNvPr id="3" name="Text 1">
            <a:extLst>
              <a:ext uri="{FF2B5EF4-FFF2-40B4-BE49-F238E27FC236}">
                <a16:creationId xmlns:a16="http://schemas.microsoft.com/office/drawing/2014/main" id="{550089D9-35B0-EAE7-B226-FB3EC7F7B272}"/>
              </a:ext>
            </a:extLst>
          </p:cNvPr>
          <p:cNvSpPr/>
          <p:nvPr/>
        </p:nvSpPr>
        <p:spPr>
          <a:xfrm>
            <a:off x="1047705" y="1134744"/>
            <a:ext cx="9991087" cy="952500"/>
          </a:xfrm>
          <a:prstGeom prst="rect">
            <a:avLst/>
          </a:prstGeom>
          <a:noFill/>
          <a:ln/>
        </p:spPr>
        <p:txBody>
          <a:bodyPr wrap="none" lIns="25400" tIns="25400" rIns="25400" bIns="25400" rtlCol="0" anchor="t">
            <a:noAutofit/>
          </a:bodyPr>
          <a:lstStyle/>
          <a:p>
            <a:pPr marL="0" indent="0" algn="l">
              <a:buNone/>
            </a:pPr>
            <a:r>
              <a:rPr lang="en-US" sz="5700" b="1" kern="0" spc="-114" dirty="0" err="1">
                <a:solidFill>
                  <a:srgbClr val="211E2B"/>
                </a:solidFill>
                <a:latin typeface="Outfit" pitchFamily="34" charset="0"/>
                <a:ea typeface="Outfit" pitchFamily="34" charset="-122"/>
              </a:rPr>
              <a:t>Triblyze</a:t>
            </a:r>
            <a:r>
              <a:rPr lang="en-US" sz="5700" b="1" kern="0" spc="-114" dirty="0">
                <a:solidFill>
                  <a:srgbClr val="211E2B"/>
                </a:solidFill>
                <a:latin typeface="Outfit" pitchFamily="34" charset="0"/>
                <a:ea typeface="Outfit" pitchFamily="34" charset="-122"/>
              </a:rPr>
              <a:t>: SaaS </a:t>
            </a:r>
            <a:r>
              <a:rPr lang="en-US" sz="5700" b="1" kern="0" spc="-114" dirty="0" err="1">
                <a:solidFill>
                  <a:srgbClr val="211E2B"/>
                </a:solidFill>
                <a:latin typeface="Outfit" pitchFamily="34" charset="0"/>
                <a:ea typeface="Outfit" pitchFamily="34" charset="-122"/>
              </a:rPr>
              <a:t>fremium</a:t>
            </a:r>
            <a:r>
              <a:rPr lang="en-US" sz="5700" b="1" kern="0" spc="-114" dirty="0">
                <a:solidFill>
                  <a:srgbClr val="211E2B"/>
                </a:solidFill>
                <a:latin typeface="Outfit" pitchFamily="34" charset="0"/>
                <a:ea typeface="Outfit" pitchFamily="34" charset="-122"/>
              </a:rPr>
              <a:t> B2C</a:t>
            </a:r>
            <a:endParaRPr lang="en-US" sz="5700" dirty="0"/>
          </a:p>
        </p:txBody>
      </p:sp>
      <p:sp>
        <p:nvSpPr>
          <p:cNvPr id="5" name="Text 2">
            <a:extLst>
              <a:ext uri="{FF2B5EF4-FFF2-40B4-BE49-F238E27FC236}">
                <a16:creationId xmlns:a16="http://schemas.microsoft.com/office/drawing/2014/main" id="{F6AEBDF7-7ED5-628E-1947-3075CD8655E0}"/>
              </a:ext>
            </a:extLst>
          </p:cNvPr>
          <p:cNvSpPr/>
          <p:nvPr/>
        </p:nvSpPr>
        <p:spPr>
          <a:xfrm>
            <a:off x="1047705" y="3117236"/>
            <a:ext cx="248863" cy="400409"/>
          </a:xfrm>
          <a:prstGeom prst="rect">
            <a:avLst/>
          </a:prstGeom>
          <a:noFill/>
          <a:ln/>
        </p:spPr>
        <p:txBody>
          <a:bodyPr wrap="square" lIns="25400" tIns="25400" rIns="25400" bIns="25400" rtlCol="0" anchor="t">
            <a:normAutofit/>
          </a:bodyPr>
          <a:lstStyle/>
          <a:p>
            <a:pPr marL="0" indent="0" algn="l">
              <a:buNone/>
            </a:pPr>
            <a:endParaRPr lang="en-US" sz="2250" dirty="0"/>
          </a:p>
        </p:txBody>
      </p:sp>
      <p:sp>
        <p:nvSpPr>
          <p:cNvPr id="13" name="Text 10">
            <a:extLst>
              <a:ext uri="{FF2B5EF4-FFF2-40B4-BE49-F238E27FC236}">
                <a16:creationId xmlns:a16="http://schemas.microsoft.com/office/drawing/2014/main" id="{7C882878-E918-4904-6105-222CDB0026EE}"/>
              </a:ext>
            </a:extLst>
          </p:cNvPr>
          <p:cNvSpPr/>
          <p:nvPr/>
        </p:nvSpPr>
        <p:spPr>
          <a:xfrm>
            <a:off x="1047705" y="9171362"/>
            <a:ext cx="17811848" cy="391783"/>
          </a:xfrm>
          <a:prstGeom prst="rect">
            <a:avLst/>
          </a:prstGeom>
          <a:noFill/>
          <a:ln/>
        </p:spPr>
        <p:txBody>
          <a:bodyPr wrap="square" lIns="25400" tIns="25400" rIns="25400" bIns="25400" rtlCol="0" anchor="t">
            <a:normAutofit/>
          </a:bodyPr>
          <a:lstStyle/>
          <a:p>
            <a:pPr marL="0" indent="0" algn="l">
              <a:buNone/>
            </a:pPr>
            <a:r>
              <a:rPr lang="en-US" sz="2100" dirty="0">
                <a:solidFill>
                  <a:srgbClr val="6B6577"/>
                </a:solidFill>
                <a:latin typeface="JetBrains Mono" pitchFamily="34" charset="0"/>
                <a:ea typeface="JetBrains Mono" pitchFamily="34" charset="-122"/>
                <a:cs typeface="JetBrains Mono" pitchFamily="34" charset="-120"/>
              </a:rPr>
              <a:t>#techenelpueblo · #somoscomunidad · #ppwclm · #madridejos</a:t>
            </a:r>
            <a:endParaRPr lang="en-US" sz="2100" dirty="0"/>
          </a:p>
        </p:txBody>
      </p:sp>
      <p:pic>
        <p:nvPicPr>
          <p:cNvPr id="15" name="Image 0" descr="preencoded.png">
            <a:extLst>
              <a:ext uri="{FF2B5EF4-FFF2-40B4-BE49-F238E27FC236}">
                <a16:creationId xmlns:a16="http://schemas.microsoft.com/office/drawing/2014/main" id="{5E8C7A25-4FF6-1831-2D61-019B9E44217C}"/>
              </a:ext>
            </a:extLst>
          </p:cNvPr>
          <p:cNvPicPr>
            <a:picLocks noChangeAspect="1"/>
          </p:cNvPicPr>
          <p:nvPr/>
        </p:nvPicPr>
        <p:blipFill>
          <a:blip r:embed="rId3">
            <a:alphaModFix amt="85000"/>
          </a:blip>
          <a:stretch>
            <a:fillRect/>
          </a:stretch>
        </p:blipFill>
        <p:spPr>
          <a:xfrm>
            <a:off x="16192590" y="952410"/>
            <a:ext cx="1047705" cy="1047705"/>
          </a:xfrm>
          <a:prstGeom prst="rect">
            <a:avLst/>
          </a:prstGeom>
        </p:spPr>
      </p:pic>
      <p:sp>
        <p:nvSpPr>
          <p:cNvPr id="23" name="Text 3">
            <a:extLst>
              <a:ext uri="{FF2B5EF4-FFF2-40B4-BE49-F238E27FC236}">
                <a16:creationId xmlns:a16="http://schemas.microsoft.com/office/drawing/2014/main" id="{2123D093-DBC8-DCF4-820E-C47744BC8C1D}"/>
              </a:ext>
            </a:extLst>
          </p:cNvPr>
          <p:cNvSpPr/>
          <p:nvPr/>
        </p:nvSpPr>
        <p:spPr>
          <a:xfrm>
            <a:off x="1047705" y="2249808"/>
            <a:ext cx="15411495" cy="1408503"/>
          </a:xfrm>
          <a:prstGeom prst="rect">
            <a:avLst/>
          </a:prstGeom>
          <a:noFill/>
          <a:ln/>
        </p:spPr>
        <p:txBody>
          <a:bodyPr wrap="none" lIns="25400" tIns="25400" rIns="25400" bIns="25400" rtlCol="0" anchor="t">
            <a:noAutofit/>
          </a:bodyPr>
          <a:lstStyle/>
          <a:p>
            <a:pPr algn="just"/>
            <a:r>
              <a:rPr lang="es-ES" sz="2800" dirty="0"/>
              <a:t>SaaS B2C ficticio modelado mediante datos sintéticos</a:t>
            </a:r>
            <a:endParaRPr lang="en-US" sz="2800" dirty="0">
              <a:solidFill>
                <a:srgbClr val="211E2B"/>
              </a:solidFill>
              <a:latin typeface="Outfit" pitchFamily="34" charset="0"/>
              <a:ea typeface="Outfit" pitchFamily="34" charset="-122"/>
            </a:endParaRPr>
          </a:p>
          <a:p>
            <a:pPr marL="0" indent="0" algn="l">
              <a:lnSpc>
                <a:spcPct val="111300"/>
              </a:lnSpc>
              <a:buNone/>
            </a:pPr>
            <a:endParaRPr lang="en-US" sz="2800" dirty="0">
              <a:solidFill>
                <a:srgbClr val="211E2B"/>
              </a:solidFill>
              <a:latin typeface="Outfit" pitchFamily="34" charset="0"/>
              <a:ea typeface="Outfit" pitchFamily="34" charset="-122"/>
            </a:endParaRPr>
          </a:p>
          <a:p>
            <a:pPr marL="0" indent="0" algn="l">
              <a:lnSpc>
                <a:spcPct val="111300"/>
              </a:lnSpc>
              <a:buNone/>
            </a:pPr>
            <a:endParaRPr lang="en-US" sz="2800" dirty="0"/>
          </a:p>
        </p:txBody>
      </p:sp>
      <p:pic>
        <p:nvPicPr>
          <p:cNvPr id="25" name="Imagen 24">
            <a:extLst>
              <a:ext uri="{FF2B5EF4-FFF2-40B4-BE49-F238E27FC236}">
                <a16:creationId xmlns:a16="http://schemas.microsoft.com/office/drawing/2014/main" id="{94EBA653-A7CA-66E9-0236-BD29DE027606}"/>
              </a:ext>
            </a:extLst>
          </p:cNvPr>
          <p:cNvPicPr>
            <a:picLocks noChangeAspect="1"/>
          </p:cNvPicPr>
          <p:nvPr/>
        </p:nvPicPr>
        <p:blipFill>
          <a:blip r:embed="rId4"/>
          <a:stretch>
            <a:fillRect/>
          </a:stretch>
        </p:blipFill>
        <p:spPr>
          <a:xfrm>
            <a:off x="1314314" y="2715449"/>
            <a:ext cx="14878276" cy="5279846"/>
          </a:xfrm>
          <a:prstGeom prst="rect">
            <a:avLst/>
          </a:prstGeom>
        </p:spPr>
      </p:pic>
    </p:spTree>
    <p:extLst>
      <p:ext uri="{BB962C8B-B14F-4D97-AF65-F5344CB8AC3E}">
        <p14:creationId xmlns:p14="http://schemas.microsoft.com/office/powerpoint/2010/main" val="4971446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a:extLst>
            <a:ext uri="{FF2B5EF4-FFF2-40B4-BE49-F238E27FC236}">
              <a16:creationId xmlns:a16="http://schemas.microsoft.com/office/drawing/2014/main" id="{7BF5BEF6-B51F-FC3C-BE00-0357EE73304B}"/>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93D68DA-14A6-E73F-3BEC-4014CEBD7E28}"/>
              </a:ext>
            </a:extLst>
          </p:cNvPr>
          <p:cNvSpPr/>
          <p:nvPr/>
        </p:nvSpPr>
        <p:spPr>
          <a:xfrm>
            <a:off x="1047705" y="665470"/>
            <a:ext cx="9991087" cy="391783"/>
          </a:xfrm>
          <a:prstGeom prst="rect">
            <a:avLst/>
          </a:prstGeom>
          <a:noFill/>
          <a:ln/>
        </p:spPr>
        <p:txBody>
          <a:bodyPr wrap="square" lIns="25400" tIns="25400" rIns="25400" bIns="25400" rtlCol="0" anchor="t">
            <a:normAutofit/>
          </a:bodyPr>
          <a:lstStyle/>
          <a:p>
            <a:pPr marL="0" indent="0" algn="l">
              <a:buNone/>
            </a:pPr>
            <a:r>
              <a:rPr lang="en-US" sz="2100" kern="0" spc="462" dirty="0">
                <a:solidFill>
                  <a:srgbClr val="6B3FA8"/>
                </a:solidFill>
                <a:latin typeface="JetBrains Mono" pitchFamily="34" charset="0"/>
                <a:ea typeface="JetBrains Mono" pitchFamily="34" charset="-122"/>
                <a:cs typeface="JetBrains Mono" pitchFamily="34" charset="-120"/>
              </a:rPr>
              <a:t>APARTADO 1.1</a:t>
            </a:r>
            <a:endParaRPr lang="en-US" sz="2100" dirty="0"/>
          </a:p>
        </p:txBody>
      </p:sp>
      <p:sp>
        <p:nvSpPr>
          <p:cNvPr id="5" name="Text 2">
            <a:extLst>
              <a:ext uri="{FF2B5EF4-FFF2-40B4-BE49-F238E27FC236}">
                <a16:creationId xmlns:a16="http://schemas.microsoft.com/office/drawing/2014/main" id="{C2A0A13C-74A3-5C2E-5C32-48106485C8BC}"/>
              </a:ext>
            </a:extLst>
          </p:cNvPr>
          <p:cNvSpPr/>
          <p:nvPr/>
        </p:nvSpPr>
        <p:spPr>
          <a:xfrm>
            <a:off x="1047705" y="3117236"/>
            <a:ext cx="248863" cy="400409"/>
          </a:xfrm>
          <a:prstGeom prst="rect">
            <a:avLst/>
          </a:prstGeom>
          <a:noFill/>
          <a:ln/>
        </p:spPr>
        <p:txBody>
          <a:bodyPr wrap="square" lIns="25400" tIns="25400" rIns="25400" bIns="25400" rtlCol="0" anchor="t">
            <a:normAutofit/>
          </a:bodyPr>
          <a:lstStyle/>
          <a:p>
            <a:pPr marL="0" indent="0" algn="l">
              <a:buNone/>
            </a:pPr>
            <a:endParaRPr lang="en-US" sz="2250" dirty="0"/>
          </a:p>
        </p:txBody>
      </p:sp>
      <p:sp>
        <p:nvSpPr>
          <p:cNvPr id="13" name="Text 10">
            <a:extLst>
              <a:ext uri="{FF2B5EF4-FFF2-40B4-BE49-F238E27FC236}">
                <a16:creationId xmlns:a16="http://schemas.microsoft.com/office/drawing/2014/main" id="{24E801A6-547A-290C-3B2A-8A41DC4DDB0C}"/>
              </a:ext>
            </a:extLst>
          </p:cNvPr>
          <p:cNvSpPr/>
          <p:nvPr/>
        </p:nvSpPr>
        <p:spPr>
          <a:xfrm>
            <a:off x="1047705" y="9171362"/>
            <a:ext cx="17811848" cy="391783"/>
          </a:xfrm>
          <a:prstGeom prst="rect">
            <a:avLst/>
          </a:prstGeom>
          <a:noFill/>
          <a:ln/>
        </p:spPr>
        <p:txBody>
          <a:bodyPr wrap="square" lIns="25400" tIns="25400" rIns="25400" bIns="25400" rtlCol="0" anchor="t">
            <a:normAutofit/>
          </a:bodyPr>
          <a:lstStyle/>
          <a:p>
            <a:pPr marL="0" indent="0" algn="l">
              <a:buNone/>
            </a:pPr>
            <a:r>
              <a:rPr lang="en-US" sz="2100" dirty="0">
                <a:solidFill>
                  <a:srgbClr val="6B6577"/>
                </a:solidFill>
                <a:latin typeface="JetBrains Mono" pitchFamily="34" charset="0"/>
                <a:ea typeface="JetBrains Mono" pitchFamily="34" charset="-122"/>
                <a:cs typeface="JetBrains Mono" pitchFamily="34" charset="-120"/>
              </a:rPr>
              <a:t>#techenelpueblo · #somoscomunidad · #ppwclm · #madridejos</a:t>
            </a:r>
            <a:endParaRPr lang="en-US" sz="2100" dirty="0"/>
          </a:p>
        </p:txBody>
      </p:sp>
      <p:pic>
        <p:nvPicPr>
          <p:cNvPr id="15" name="Image 0" descr="preencoded.png">
            <a:extLst>
              <a:ext uri="{FF2B5EF4-FFF2-40B4-BE49-F238E27FC236}">
                <a16:creationId xmlns:a16="http://schemas.microsoft.com/office/drawing/2014/main" id="{3CB8B1BF-FE23-63BA-F73E-B9590ABE876B}"/>
              </a:ext>
            </a:extLst>
          </p:cNvPr>
          <p:cNvPicPr>
            <a:picLocks noChangeAspect="1"/>
          </p:cNvPicPr>
          <p:nvPr/>
        </p:nvPicPr>
        <p:blipFill>
          <a:blip r:embed="rId3">
            <a:alphaModFix amt="85000"/>
          </a:blip>
          <a:stretch>
            <a:fillRect/>
          </a:stretch>
        </p:blipFill>
        <p:spPr>
          <a:xfrm>
            <a:off x="16192590" y="952410"/>
            <a:ext cx="1047705" cy="1047705"/>
          </a:xfrm>
          <a:prstGeom prst="rect">
            <a:avLst/>
          </a:prstGeom>
        </p:spPr>
      </p:pic>
      <p:pic>
        <p:nvPicPr>
          <p:cNvPr id="21" name="Imagen 20">
            <a:extLst>
              <a:ext uri="{FF2B5EF4-FFF2-40B4-BE49-F238E27FC236}">
                <a16:creationId xmlns:a16="http://schemas.microsoft.com/office/drawing/2014/main" id="{C095C242-FEED-D4A1-94A2-5095043E266F}"/>
              </a:ext>
            </a:extLst>
          </p:cNvPr>
          <p:cNvPicPr>
            <a:picLocks noChangeAspect="1"/>
          </p:cNvPicPr>
          <p:nvPr/>
        </p:nvPicPr>
        <p:blipFill>
          <a:blip r:embed="rId4"/>
          <a:stretch>
            <a:fillRect/>
          </a:stretch>
        </p:blipFill>
        <p:spPr>
          <a:xfrm>
            <a:off x="1525806" y="487719"/>
            <a:ext cx="13613134" cy="9075426"/>
          </a:xfrm>
          <a:prstGeom prst="rect">
            <a:avLst/>
          </a:prstGeom>
        </p:spPr>
      </p:pic>
    </p:spTree>
    <p:extLst>
      <p:ext uri="{BB962C8B-B14F-4D97-AF65-F5344CB8AC3E}">
        <p14:creationId xmlns:p14="http://schemas.microsoft.com/office/powerpoint/2010/main" val="37107346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6">
    <p:bg>
      <p:bgPr>
        <a:solidFill>
          <a:srgbClr val="F5F3EE"/>
        </a:solidFill>
        <a:effectLst/>
      </p:bgPr>
    </p:bg>
    <p:spTree>
      <p:nvGrpSpPr>
        <p:cNvPr id="1" name=""/>
        <p:cNvGrpSpPr/>
        <p:nvPr/>
      </p:nvGrpSpPr>
      <p:grpSpPr>
        <a:xfrm>
          <a:off x="0" y="0"/>
          <a:ext cx="0" cy="0"/>
          <a:chOff x="0" y="0"/>
          <a:chExt cx="0" cy="0"/>
        </a:xfrm>
      </p:grpSpPr>
      <p:sp>
        <p:nvSpPr>
          <p:cNvPr id="2" name="Text 0"/>
          <p:cNvSpPr/>
          <p:nvPr/>
        </p:nvSpPr>
        <p:spPr>
          <a:xfrm>
            <a:off x="1047705" y="952410"/>
            <a:ext cx="9991087" cy="391783"/>
          </a:xfrm>
          <a:prstGeom prst="rect">
            <a:avLst/>
          </a:prstGeom>
          <a:noFill/>
          <a:ln/>
        </p:spPr>
        <p:txBody>
          <a:bodyPr wrap="square" lIns="25400" tIns="25400" rIns="25400" bIns="25400" rtlCol="0" anchor="t">
            <a:normAutofit/>
          </a:bodyPr>
          <a:lstStyle/>
          <a:p>
            <a:pPr marL="0" indent="0" algn="l">
              <a:buNone/>
            </a:pPr>
            <a:r>
              <a:rPr lang="en-US" sz="2100" kern="0" spc="462" dirty="0">
                <a:solidFill>
                  <a:srgbClr val="6B3FA8"/>
                </a:solidFill>
                <a:latin typeface="JetBrains Mono" pitchFamily="34" charset="0"/>
                <a:ea typeface="JetBrains Mono" pitchFamily="34" charset="-122"/>
                <a:cs typeface="JetBrains Mono" pitchFamily="34" charset="-120"/>
              </a:rPr>
              <a:t>APARTADO 1.2</a:t>
            </a:r>
            <a:endParaRPr lang="en-US" sz="2100" dirty="0"/>
          </a:p>
        </p:txBody>
      </p:sp>
      <p:sp>
        <p:nvSpPr>
          <p:cNvPr id="13" name="Text 10"/>
          <p:cNvSpPr/>
          <p:nvPr/>
        </p:nvSpPr>
        <p:spPr>
          <a:xfrm>
            <a:off x="1047705" y="9171362"/>
            <a:ext cx="17811848" cy="391783"/>
          </a:xfrm>
          <a:prstGeom prst="rect">
            <a:avLst/>
          </a:prstGeom>
          <a:noFill/>
          <a:ln/>
        </p:spPr>
        <p:txBody>
          <a:bodyPr wrap="square" lIns="25400" tIns="25400" rIns="25400" bIns="25400" rtlCol="0" anchor="t">
            <a:normAutofit/>
          </a:bodyPr>
          <a:lstStyle/>
          <a:p>
            <a:pPr marL="0" indent="0" algn="l">
              <a:buNone/>
            </a:pPr>
            <a:r>
              <a:rPr lang="en-US" sz="2100" dirty="0">
                <a:solidFill>
                  <a:srgbClr val="6B6577"/>
                </a:solidFill>
                <a:latin typeface="JetBrains Mono" pitchFamily="34" charset="0"/>
                <a:ea typeface="JetBrains Mono" pitchFamily="34" charset="-122"/>
                <a:cs typeface="JetBrains Mono" pitchFamily="34" charset="-120"/>
              </a:rPr>
              <a:t>#techenelpueblo · #somoscomunidad · #ppwclm · #madridejos</a:t>
            </a:r>
            <a:endParaRPr lang="en-US" sz="2100" dirty="0"/>
          </a:p>
        </p:txBody>
      </p:sp>
      <p:pic>
        <p:nvPicPr>
          <p:cNvPr id="17" name="Imagen 16">
            <a:extLst>
              <a:ext uri="{FF2B5EF4-FFF2-40B4-BE49-F238E27FC236}">
                <a16:creationId xmlns:a16="http://schemas.microsoft.com/office/drawing/2014/main" id="{76BEE241-A7D4-2179-1F54-730CCDF3B15E}"/>
              </a:ext>
            </a:extLst>
          </p:cNvPr>
          <p:cNvPicPr>
            <a:picLocks noChangeAspect="1"/>
          </p:cNvPicPr>
          <p:nvPr/>
        </p:nvPicPr>
        <p:blipFill>
          <a:blip r:embed="rId3"/>
          <a:srcRect t="29120" b="21385"/>
          <a:stretch>
            <a:fillRect/>
          </a:stretch>
        </p:blipFill>
        <p:spPr>
          <a:xfrm>
            <a:off x="1047705" y="3560617"/>
            <a:ext cx="15640788" cy="4356851"/>
          </a:xfrm>
          <a:prstGeom prst="rect">
            <a:avLst/>
          </a:prstGeom>
        </p:spPr>
      </p:pic>
      <p:pic>
        <p:nvPicPr>
          <p:cNvPr id="4" name="Image 0" descr="preencoded.png">
            <a:extLst>
              <a:ext uri="{FF2B5EF4-FFF2-40B4-BE49-F238E27FC236}">
                <a16:creationId xmlns:a16="http://schemas.microsoft.com/office/drawing/2014/main" id="{066B1C38-6987-E9F4-DB7E-66082C75719E}"/>
              </a:ext>
            </a:extLst>
          </p:cNvPr>
          <p:cNvPicPr>
            <a:picLocks noChangeAspect="1"/>
          </p:cNvPicPr>
          <p:nvPr/>
        </p:nvPicPr>
        <p:blipFill>
          <a:blip r:embed="rId4">
            <a:alphaModFix amt="85000"/>
          </a:blip>
          <a:stretch>
            <a:fillRect/>
          </a:stretch>
        </p:blipFill>
        <p:spPr>
          <a:xfrm>
            <a:off x="16308667" y="1075852"/>
            <a:ext cx="1047705" cy="1047705"/>
          </a:xfrm>
          <a:prstGeom prst="rect">
            <a:avLst/>
          </a:prstGeom>
        </p:spPr>
      </p:pic>
      <p:sp>
        <p:nvSpPr>
          <p:cNvPr id="5" name="Text 1">
            <a:extLst>
              <a:ext uri="{FF2B5EF4-FFF2-40B4-BE49-F238E27FC236}">
                <a16:creationId xmlns:a16="http://schemas.microsoft.com/office/drawing/2014/main" id="{84114269-5622-28CC-6565-A0CFAF2A2737}"/>
              </a:ext>
            </a:extLst>
          </p:cNvPr>
          <p:cNvSpPr/>
          <p:nvPr/>
        </p:nvSpPr>
        <p:spPr>
          <a:xfrm>
            <a:off x="1047705" y="1496548"/>
            <a:ext cx="10465422" cy="952500"/>
          </a:xfrm>
          <a:prstGeom prst="rect">
            <a:avLst/>
          </a:prstGeom>
          <a:noFill/>
          <a:ln/>
        </p:spPr>
        <p:txBody>
          <a:bodyPr wrap="square" lIns="25400" tIns="25400" rIns="25400" bIns="25400" rtlCol="0" anchor="t">
            <a:normAutofit fontScale="92500"/>
          </a:bodyPr>
          <a:lstStyle/>
          <a:p>
            <a:pPr marL="0" indent="0" algn="l">
              <a:buNone/>
            </a:pPr>
            <a:r>
              <a:rPr lang="en-US" sz="5700" b="1" kern="0" spc="-114" dirty="0" err="1">
                <a:solidFill>
                  <a:srgbClr val="211E2B"/>
                </a:solidFill>
                <a:latin typeface="Outfit" pitchFamily="34" charset="0"/>
                <a:ea typeface="Outfit" pitchFamily="34" charset="-122"/>
              </a:rPr>
              <a:t>Construcción</a:t>
            </a:r>
            <a:r>
              <a:rPr lang="en-US" sz="5700" b="1" kern="0" spc="-114" dirty="0">
                <a:solidFill>
                  <a:srgbClr val="211E2B"/>
                </a:solidFill>
                <a:latin typeface="Outfit" pitchFamily="34" charset="0"/>
                <a:ea typeface="Outfit" pitchFamily="34" charset="-122"/>
              </a:rPr>
              <a:t> del dataset </a:t>
            </a:r>
            <a:r>
              <a:rPr lang="en-US" sz="5700" b="1" kern="0" spc="-114" dirty="0" err="1">
                <a:solidFill>
                  <a:srgbClr val="211E2B"/>
                </a:solidFill>
                <a:latin typeface="Outfit" pitchFamily="34" charset="0"/>
                <a:ea typeface="Outfit" pitchFamily="34" charset="-122"/>
              </a:rPr>
              <a:t>sintético</a:t>
            </a:r>
            <a:endParaRPr lang="en-US" sz="57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a:extLst>
            <a:ext uri="{FF2B5EF4-FFF2-40B4-BE49-F238E27FC236}">
              <a16:creationId xmlns:a16="http://schemas.microsoft.com/office/drawing/2014/main" id="{1A2DF690-B5BA-B680-ED7C-0346A6C847F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C3F59AD1-7412-9E7D-C95A-A07A4AFA652D}"/>
              </a:ext>
            </a:extLst>
          </p:cNvPr>
          <p:cNvSpPr/>
          <p:nvPr/>
        </p:nvSpPr>
        <p:spPr>
          <a:xfrm>
            <a:off x="1047705" y="952410"/>
            <a:ext cx="9991087" cy="391783"/>
          </a:xfrm>
          <a:prstGeom prst="rect">
            <a:avLst/>
          </a:prstGeom>
          <a:noFill/>
          <a:ln/>
        </p:spPr>
        <p:txBody>
          <a:bodyPr wrap="square" lIns="25400" tIns="25400" rIns="25400" bIns="25400" rtlCol="0" anchor="t">
            <a:normAutofit/>
          </a:bodyPr>
          <a:lstStyle/>
          <a:p>
            <a:pPr marL="0" indent="0" algn="l">
              <a:buNone/>
            </a:pPr>
            <a:r>
              <a:rPr lang="en-US" sz="2100" kern="0" spc="462" dirty="0">
                <a:solidFill>
                  <a:srgbClr val="6B3FA8"/>
                </a:solidFill>
                <a:latin typeface="JetBrains Mono" pitchFamily="34" charset="0"/>
                <a:ea typeface="JetBrains Mono" pitchFamily="34" charset="-122"/>
                <a:cs typeface="JetBrains Mono" pitchFamily="34" charset="-120"/>
              </a:rPr>
              <a:t>APARTADO 1.3</a:t>
            </a:r>
            <a:endParaRPr lang="en-US" sz="2100" dirty="0"/>
          </a:p>
        </p:txBody>
      </p:sp>
      <p:sp>
        <p:nvSpPr>
          <p:cNvPr id="3" name="Text 1">
            <a:extLst>
              <a:ext uri="{FF2B5EF4-FFF2-40B4-BE49-F238E27FC236}">
                <a16:creationId xmlns:a16="http://schemas.microsoft.com/office/drawing/2014/main" id="{1D1AFDFE-A186-8F5C-96EE-B2504225354C}"/>
              </a:ext>
            </a:extLst>
          </p:cNvPr>
          <p:cNvSpPr/>
          <p:nvPr/>
        </p:nvSpPr>
        <p:spPr>
          <a:xfrm>
            <a:off x="745782" y="1482693"/>
            <a:ext cx="15263042" cy="1047705"/>
          </a:xfrm>
          <a:prstGeom prst="rect">
            <a:avLst/>
          </a:prstGeom>
          <a:noFill/>
          <a:ln/>
        </p:spPr>
        <p:txBody>
          <a:bodyPr wrap="none" lIns="25400" tIns="25400" rIns="25400" bIns="25400" rtlCol="0" anchor="t">
            <a:noAutofit/>
          </a:bodyPr>
          <a:lstStyle/>
          <a:p>
            <a:pPr marL="0" indent="0" algn="ctr">
              <a:buNone/>
            </a:pPr>
            <a:r>
              <a:rPr lang="en-US" sz="5700" b="1" kern="0" spc="-114" dirty="0">
                <a:solidFill>
                  <a:srgbClr val="211E2B"/>
                </a:solidFill>
                <a:latin typeface="Outfit" pitchFamily="34" charset="0"/>
                <a:ea typeface="Outfit" pitchFamily="34" charset="-122"/>
              </a:rPr>
              <a:t>La </a:t>
            </a:r>
            <a:r>
              <a:rPr lang="en-US" sz="5700" b="1" kern="0" spc="-114" dirty="0" err="1">
                <a:solidFill>
                  <a:srgbClr val="211E2B"/>
                </a:solidFill>
                <a:latin typeface="Outfit" pitchFamily="34" charset="0"/>
                <a:ea typeface="Outfit" pitchFamily="34" charset="-122"/>
              </a:rPr>
              <a:t>tabla</a:t>
            </a:r>
            <a:r>
              <a:rPr lang="en-US" sz="5700" b="1" kern="0" spc="-114" dirty="0">
                <a:solidFill>
                  <a:srgbClr val="211E2B"/>
                </a:solidFill>
                <a:latin typeface="Outfit" pitchFamily="34" charset="0"/>
                <a:ea typeface="Outfit" pitchFamily="34" charset="-122"/>
              </a:rPr>
              <a:t> de </a:t>
            </a:r>
            <a:r>
              <a:rPr lang="en-US" sz="5700" b="1" kern="0" spc="-114" dirty="0" err="1">
                <a:solidFill>
                  <a:srgbClr val="211E2B"/>
                </a:solidFill>
                <a:latin typeface="Outfit" pitchFamily="34" charset="0"/>
                <a:ea typeface="Outfit" pitchFamily="34" charset="-122"/>
              </a:rPr>
              <a:t>suscripciones</a:t>
            </a:r>
            <a:endParaRPr lang="en-US" sz="5700" dirty="0"/>
          </a:p>
        </p:txBody>
      </p:sp>
      <p:sp>
        <p:nvSpPr>
          <p:cNvPr id="13" name="Text 10">
            <a:extLst>
              <a:ext uri="{FF2B5EF4-FFF2-40B4-BE49-F238E27FC236}">
                <a16:creationId xmlns:a16="http://schemas.microsoft.com/office/drawing/2014/main" id="{4D6DB7B5-3E18-2DDE-2E41-FDA5BE74F380}"/>
              </a:ext>
            </a:extLst>
          </p:cNvPr>
          <p:cNvSpPr/>
          <p:nvPr/>
        </p:nvSpPr>
        <p:spPr>
          <a:xfrm>
            <a:off x="1213960" y="9213884"/>
            <a:ext cx="17811848" cy="391783"/>
          </a:xfrm>
          <a:prstGeom prst="rect">
            <a:avLst/>
          </a:prstGeom>
          <a:noFill/>
          <a:ln/>
        </p:spPr>
        <p:txBody>
          <a:bodyPr wrap="square" lIns="25400" tIns="25400" rIns="25400" bIns="25400" rtlCol="0" anchor="t">
            <a:normAutofit/>
          </a:bodyPr>
          <a:lstStyle/>
          <a:p>
            <a:pPr marL="0" indent="0" algn="l">
              <a:buNone/>
            </a:pPr>
            <a:r>
              <a:rPr lang="en-US" sz="2100" dirty="0">
                <a:solidFill>
                  <a:srgbClr val="6B6577"/>
                </a:solidFill>
                <a:latin typeface="JetBrains Mono" pitchFamily="34" charset="0"/>
                <a:ea typeface="JetBrains Mono" pitchFamily="34" charset="-122"/>
                <a:cs typeface="JetBrains Mono" pitchFamily="34" charset="-120"/>
              </a:rPr>
              <a:t>#techenelpueblo · #somoscomunidad · #ppwclm · #madridejos</a:t>
            </a:r>
            <a:endParaRPr lang="en-US" sz="2100" dirty="0"/>
          </a:p>
        </p:txBody>
      </p:sp>
      <p:pic>
        <p:nvPicPr>
          <p:cNvPr id="15" name="Image 0" descr="preencoded.png">
            <a:extLst>
              <a:ext uri="{FF2B5EF4-FFF2-40B4-BE49-F238E27FC236}">
                <a16:creationId xmlns:a16="http://schemas.microsoft.com/office/drawing/2014/main" id="{94D974EB-13FC-3F29-FE4F-689451A32481}"/>
              </a:ext>
            </a:extLst>
          </p:cNvPr>
          <p:cNvPicPr>
            <a:picLocks noChangeAspect="1"/>
          </p:cNvPicPr>
          <p:nvPr/>
        </p:nvPicPr>
        <p:blipFill>
          <a:blip r:embed="rId3">
            <a:alphaModFix amt="85000"/>
          </a:blip>
          <a:stretch>
            <a:fillRect/>
          </a:stretch>
        </p:blipFill>
        <p:spPr>
          <a:xfrm>
            <a:off x="16337582" y="952410"/>
            <a:ext cx="1047705" cy="1047705"/>
          </a:xfrm>
          <a:prstGeom prst="rect">
            <a:avLst/>
          </a:prstGeom>
        </p:spPr>
      </p:pic>
      <p:pic>
        <p:nvPicPr>
          <p:cNvPr id="17" name="Imagen 16">
            <a:extLst>
              <a:ext uri="{FF2B5EF4-FFF2-40B4-BE49-F238E27FC236}">
                <a16:creationId xmlns:a16="http://schemas.microsoft.com/office/drawing/2014/main" id="{2F264D24-37A2-B9F5-017D-A9FCCC043EAD}"/>
              </a:ext>
            </a:extLst>
          </p:cNvPr>
          <p:cNvPicPr>
            <a:picLocks noChangeAspect="1"/>
          </p:cNvPicPr>
          <p:nvPr/>
        </p:nvPicPr>
        <p:blipFill>
          <a:blip r:embed="rId4"/>
          <a:srcRect b="41971"/>
          <a:stretch>
            <a:fillRect/>
          </a:stretch>
        </p:blipFill>
        <p:spPr>
          <a:xfrm>
            <a:off x="550540" y="3790379"/>
            <a:ext cx="16728234" cy="1171935"/>
          </a:xfrm>
          <a:prstGeom prst="rect">
            <a:avLst/>
          </a:prstGeom>
          <a:ln w="19050">
            <a:solidFill>
              <a:schemeClr val="tx1"/>
            </a:solidFill>
          </a:ln>
        </p:spPr>
      </p:pic>
      <p:sp>
        <p:nvSpPr>
          <p:cNvPr id="21" name="CuadroTexto 20">
            <a:extLst>
              <a:ext uri="{FF2B5EF4-FFF2-40B4-BE49-F238E27FC236}">
                <a16:creationId xmlns:a16="http://schemas.microsoft.com/office/drawing/2014/main" id="{8378D85E-B6EC-04B0-E1FB-8438D0FC3160}"/>
              </a:ext>
            </a:extLst>
          </p:cNvPr>
          <p:cNvSpPr txBox="1"/>
          <p:nvPr/>
        </p:nvSpPr>
        <p:spPr>
          <a:xfrm>
            <a:off x="3232102" y="2868001"/>
            <a:ext cx="16416296" cy="584775"/>
          </a:xfrm>
          <a:prstGeom prst="rect">
            <a:avLst/>
          </a:prstGeom>
          <a:noFill/>
        </p:spPr>
        <p:txBody>
          <a:bodyPr wrap="none" rtlCol="0">
            <a:noAutofit/>
          </a:bodyPr>
          <a:lstStyle/>
          <a:p>
            <a:r>
              <a:rPr lang="en-US" sz="3200" b="1" kern="0" spc="462" dirty="0" err="1">
                <a:solidFill>
                  <a:srgbClr val="6B3FA8"/>
                </a:solidFill>
                <a:latin typeface="JetBrains Mono" pitchFamily="34" charset="0"/>
                <a:ea typeface="JetBrains Mono" pitchFamily="34" charset="-122"/>
              </a:rPr>
              <a:t>Granularidad</a:t>
            </a:r>
            <a:r>
              <a:rPr lang="en-US" sz="3200" b="1" kern="0" spc="462" dirty="0">
                <a:solidFill>
                  <a:srgbClr val="6B3FA8"/>
                </a:solidFill>
                <a:latin typeface="JetBrains Mono" pitchFamily="34" charset="0"/>
                <a:ea typeface="JetBrains Mono" pitchFamily="34" charset="-122"/>
              </a:rPr>
              <a:t>: un </a:t>
            </a:r>
            <a:r>
              <a:rPr lang="en-US" sz="3200" b="1" kern="0" spc="462" dirty="0" err="1">
                <a:solidFill>
                  <a:srgbClr val="6B3FA8"/>
                </a:solidFill>
                <a:latin typeface="JetBrains Mono" pitchFamily="34" charset="0"/>
                <a:ea typeface="JetBrains Mono" pitchFamily="34" charset="-122"/>
              </a:rPr>
              <a:t>episodio</a:t>
            </a:r>
            <a:r>
              <a:rPr lang="en-US" sz="3200" b="1" kern="0" spc="462" dirty="0">
                <a:solidFill>
                  <a:srgbClr val="6B3FA8"/>
                </a:solidFill>
                <a:latin typeface="JetBrains Mono" pitchFamily="34" charset="0"/>
                <a:ea typeface="JetBrains Mono" pitchFamily="34" charset="-122"/>
              </a:rPr>
              <a:t> de </a:t>
            </a:r>
            <a:r>
              <a:rPr lang="en-US" sz="3200" b="1" kern="0" spc="462" dirty="0" err="1">
                <a:solidFill>
                  <a:srgbClr val="6B3FA8"/>
                </a:solidFill>
                <a:latin typeface="JetBrains Mono" pitchFamily="34" charset="0"/>
                <a:ea typeface="JetBrains Mono" pitchFamily="34" charset="-122"/>
              </a:rPr>
              <a:t>suscripción</a:t>
            </a:r>
            <a:r>
              <a:rPr lang="en-US" sz="3200" b="1" kern="0" spc="462" dirty="0">
                <a:solidFill>
                  <a:srgbClr val="6B3FA8"/>
                </a:solidFill>
                <a:latin typeface="JetBrains Mono" pitchFamily="34" charset="0"/>
                <a:ea typeface="JetBrains Mono" pitchFamily="34" charset="-122"/>
              </a:rPr>
              <a:t> </a:t>
            </a:r>
            <a:r>
              <a:rPr lang="en-US" sz="3200" b="1" kern="0" spc="462" dirty="0" err="1">
                <a:solidFill>
                  <a:srgbClr val="6B3FA8"/>
                </a:solidFill>
                <a:latin typeface="JetBrains Mono" pitchFamily="34" charset="0"/>
                <a:ea typeface="JetBrains Mono" pitchFamily="34" charset="-122"/>
              </a:rPr>
              <a:t>por</a:t>
            </a:r>
            <a:r>
              <a:rPr lang="en-US" sz="3200" b="1" kern="0" spc="462" dirty="0">
                <a:solidFill>
                  <a:srgbClr val="6B3FA8"/>
                </a:solidFill>
                <a:latin typeface="JetBrains Mono" pitchFamily="34" charset="0"/>
                <a:ea typeface="JetBrains Mono" pitchFamily="34" charset="-122"/>
              </a:rPr>
              <a:t> fila</a:t>
            </a:r>
            <a:endParaRPr lang="en-US" sz="3200" b="1" dirty="0"/>
          </a:p>
        </p:txBody>
      </p:sp>
      <p:sp>
        <p:nvSpPr>
          <p:cNvPr id="23" name="CuadroTexto 22">
            <a:extLst>
              <a:ext uri="{FF2B5EF4-FFF2-40B4-BE49-F238E27FC236}">
                <a16:creationId xmlns:a16="http://schemas.microsoft.com/office/drawing/2014/main" id="{0D416FF2-E2DD-2158-71DF-2DAA970A3CDC}"/>
              </a:ext>
            </a:extLst>
          </p:cNvPr>
          <p:cNvSpPr txBox="1"/>
          <p:nvPr/>
        </p:nvSpPr>
        <p:spPr>
          <a:xfrm>
            <a:off x="646074" y="5675679"/>
            <a:ext cx="2977369" cy="1429622"/>
          </a:xfrm>
          <a:prstGeom prst="rect">
            <a:avLst/>
          </a:prstGeom>
          <a:noFill/>
        </p:spPr>
        <p:txBody>
          <a:bodyPr wrap="none" rtlCol="0">
            <a:noAutofit/>
          </a:bodyPr>
          <a:lstStyle/>
          <a:p>
            <a:pPr marL="285750" indent="-285750">
              <a:lnSpc>
                <a:spcPct val="150000"/>
              </a:lnSpc>
              <a:buFont typeface="Arial" panose="020B0604020202020204" pitchFamily="34" charset="0"/>
              <a:buChar char="•"/>
            </a:pPr>
            <a:r>
              <a:rPr lang="en-US" sz="2400" kern="0" spc="110" dirty="0" err="1">
                <a:latin typeface="JetBrains Mono" pitchFamily="34" charset="0"/>
                <a:ea typeface="JetBrains Mono" pitchFamily="34" charset="-122"/>
              </a:rPr>
              <a:t>Subscription_id</a:t>
            </a:r>
            <a:endParaRPr lang="en-US" sz="2400" kern="0" spc="110" dirty="0">
              <a:latin typeface="JetBrains Mono" pitchFamily="34" charset="0"/>
              <a:ea typeface="JetBrains Mono" pitchFamily="34" charset="-122"/>
            </a:endParaRPr>
          </a:p>
          <a:p>
            <a:pPr marL="285750" indent="-285750">
              <a:lnSpc>
                <a:spcPct val="150000"/>
              </a:lnSpc>
              <a:buFont typeface="Arial" panose="020B0604020202020204" pitchFamily="34" charset="0"/>
              <a:buChar char="•"/>
            </a:pPr>
            <a:r>
              <a:rPr lang="en-US" sz="2400" kern="0" spc="110" dirty="0" err="1">
                <a:latin typeface="JetBrains Mono" pitchFamily="34" charset="0"/>
                <a:ea typeface="JetBrains Mono" pitchFamily="34" charset="-122"/>
              </a:rPr>
              <a:t>Customer_id</a:t>
            </a:r>
            <a:endParaRPr lang="en-US" sz="2400" kern="0" spc="110" dirty="0">
              <a:latin typeface="JetBrains Mono" pitchFamily="34" charset="0"/>
              <a:ea typeface="JetBrains Mono" pitchFamily="34" charset="-122"/>
            </a:endParaRPr>
          </a:p>
          <a:p>
            <a:pPr marL="285750" indent="-285750">
              <a:lnSpc>
                <a:spcPct val="150000"/>
              </a:lnSpc>
              <a:buFont typeface="Arial" panose="020B0604020202020204" pitchFamily="34" charset="0"/>
              <a:buChar char="•"/>
            </a:pPr>
            <a:r>
              <a:rPr lang="en-US" sz="2400" kern="0" spc="110" dirty="0" err="1">
                <a:latin typeface="JetBrains Mono" pitchFamily="34" charset="0"/>
                <a:ea typeface="JetBrains Mono" pitchFamily="34" charset="-122"/>
              </a:rPr>
              <a:t>Plan_type</a:t>
            </a:r>
            <a:endParaRPr lang="en-US" sz="2400" kern="0" spc="110" dirty="0">
              <a:latin typeface="JetBrains Mono" pitchFamily="34" charset="0"/>
              <a:ea typeface="JetBrains Mono" pitchFamily="34" charset="-122"/>
            </a:endParaRPr>
          </a:p>
        </p:txBody>
      </p:sp>
      <p:sp>
        <p:nvSpPr>
          <p:cNvPr id="25" name="CuadroTexto 24">
            <a:extLst>
              <a:ext uri="{FF2B5EF4-FFF2-40B4-BE49-F238E27FC236}">
                <a16:creationId xmlns:a16="http://schemas.microsoft.com/office/drawing/2014/main" id="{E8A61D5A-3C61-F8B9-4F2B-2C573395C94E}"/>
              </a:ext>
            </a:extLst>
          </p:cNvPr>
          <p:cNvSpPr txBox="1"/>
          <p:nvPr/>
        </p:nvSpPr>
        <p:spPr>
          <a:xfrm>
            <a:off x="4840691" y="5675679"/>
            <a:ext cx="3409208" cy="1884618"/>
          </a:xfrm>
          <a:prstGeom prst="rect">
            <a:avLst/>
          </a:prstGeom>
          <a:noFill/>
        </p:spPr>
        <p:txBody>
          <a:bodyPr wrap="none" rtlCol="0">
            <a:noAutofit/>
          </a:bodyPr>
          <a:lstStyle/>
          <a:p>
            <a:pPr marL="285750" indent="-285750">
              <a:lnSpc>
                <a:spcPct val="150000"/>
              </a:lnSpc>
              <a:buFont typeface="Arial" panose="020B0604020202020204" pitchFamily="34" charset="0"/>
              <a:buChar char="•"/>
            </a:pPr>
            <a:r>
              <a:rPr lang="en-US" sz="2400" kern="0" spc="110" dirty="0" err="1">
                <a:latin typeface="JetBrains Mono" pitchFamily="34" charset="0"/>
                <a:ea typeface="JetBrains Mono" pitchFamily="34" charset="-122"/>
              </a:rPr>
              <a:t>registration_date</a:t>
            </a:r>
            <a:endParaRPr lang="en-US" sz="2400" kern="0" spc="110" dirty="0">
              <a:latin typeface="JetBrains Mono" pitchFamily="34" charset="0"/>
              <a:ea typeface="JetBrains Mono" pitchFamily="34" charset="-122"/>
            </a:endParaRPr>
          </a:p>
          <a:p>
            <a:pPr marL="285750" indent="-285750">
              <a:lnSpc>
                <a:spcPct val="150000"/>
              </a:lnSpc>
              <a:buFont typeface="Arial" panose="020B0604020202020204" pitchFamily="34" charset="0"/>
              <a:buChar char="•"/>
            </a:pPr>
            <a:r>
              <a:rPr lang="en-US" sz="2400" kern="0" spc="110" dirty="0" err="1">
                <a:latin typeface="JetBrains Mono" pitchFamily="34" charset="0"/>
                <a:ea typeface="JetBrains Mono" pitchFamily="34" charset="-122"/>
              </a:rPr>
              <a:t>start_date</a:t>
            </a:r>
            <a:endParaRPr lang="en-US" sz="2400" kern="0" spc="110" dirty="0">
              <a:latin typeface="JetBrains Mono" pitchFamily="34" charset="0"/>
              <a:ea typeface="JetBrains Mono" pitchFamily="34" charset="-122"/>
            </a:endParaRPr>
          </a:p>
          <a:p>
            <a:pPr marL="285750" indent="-285750">
              <a:lnSpc>
                <a:spcPct val="150000"/>
              </a:lnSpc>
              <a:buFont typeface="Arial" panose="020B0604020202020204" pitchFamily="34" charset="0"/>
              <a:buChar char="•"/>
            </a:pPr>
            <a:r>
              <a:rPr lang="en-US" sz="2400" kern="0" spc="110" dirty="0" err="1">
                <a:latin typeface="JetBrains Mono" pitchFamily="34" charset="0"/>
                <a:ea typeface="JetBrains Mono" pitchFamily="34" charset="-122"/>
              </a:rPr>
              <a:t>trial_start_date</a:t>
            </a:r>
            <a:endParaRPr lang="en-US" sz="2400" kern="0" spc="110" dirty="0">
              <a:latin typeface="JetBrains Mono" pitchFamily="34" charset="0"/>
              <a:ea typeface="JetBrains Mono" pitchFamily="34" charset="-122"/>
            </a:endParaRPr>
          </a:p>
          <a:p>
            <a:pPr marL="285750" indent="-285750">
              <a:lnSpc>
                <a:spcPct val="150000"/>
              </a:lnSpc>
              <a:buFont typeface="Arial" panose="020B0604020202020204" pitchFamily="34" charset="0"/>
              <a:buChar char="•"/>
            </a:pPr>
            <a:r>
              <a:rPr lang="en-US" sz="2400" kern="0" spc="110" dirty="0" err="1">
                <a:latin typeface="JetBrains Mono" pitchFamily="34" charset="0"/>
                <a:ea typeface="JetBrains Mono" pitchFamily="34" charset="-122"/>
              </a:rPr>
              <a:t>trial_churn_date</a:t>
            </a:r>
            <a:endParaRPr lang="en-US" sz="2400" kern="0" spc="110" dirty="0">
              <a:latin typeface="JetBrains Mono" pitchFamily="34" charset="0"/>
              <a:ea typeface="JetBrains Mono" pitchFamily="34" charset="-122"/>
            </a:endParaRPr>
          </a:p>
        </p:txBody>
      </p:sp>
      <p:sp>
        <p:nvSpPr>
          <p:cNvPr id="4" name="Rectángulo 3">
            <a:extLst>
              <a:ext uri="{FF2B5EF4-FFF2-40B4-BE49-F238E27FC236}">
                <a16:creationId xmlns:a16="http://schemas.microsoft.com/office/drawing/2014/main" id="{4B0A43C8-F8EE-7D42-3558-4C5EC941DD10}"/>
              </a:ext>
            </a:extLst>
          </p:cNvPr>
          <p:cNvSpPr/>
          <p:nvPr/>
        </p:nvSpPr>
        <p:spPr>
          <a:xfrm>
            <a:off x="550540" y="4043751"/>
            <a:ext cx="16728234" cy="293385"/>
          </a:xfrm>
          <a:prstGeom prst="rect">
            <a:avLst/>
          </a:prstGeom>
          <a:solidFill>
            <a:srgbClr val="6B3FA8">
              <a:alpha val="4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10" name="CuadroTexto 9">
            <a:extLst>
              <a:ext uri="{FF2B5EF4-FFF2-40B4-BE49-F238E27FC236}">
                <a16:creationId xmlns:a16="http://schemas.microsoft.com/office/drawing/2014/main" id="{25FACF85-E4B6-CB8D-AF6D-A255C9ED002F}"/>
              </a:ext>
            </a:extLst>
          </p:cNvPr>
          <p:cNvSpPr txBox="1"/>
          <p:nvPr/>
        </p:nvSpPr>
        <p:spPr>
          <a:xfrm>
            <a:off x="9576330" y="5688792"/>
            <a:ext cx="6541676" cy="1429622"/>
          </a:xfrm>
          <a:prstGeom prst="rect">
            <a:avLst/>
          </a:prstGeom>
          <a:noFill/>
        </p:spPr>
        <p:txBody>
          <a:bodyPr wrap="none" rtlCol="0">
            <a:noAutofit/>
          </a:bodyPr>
          <a:lstStyle/>
          <a:p>
            <a:pPr marL="285750" indent="-285750">
              <a:lnSpc>
                <a:spcPct val="150000"/>
              </a:lnSpc>
              <a:buFont typeface="Arial" panose="020B0604020202020204" pitchFamily="34" charset="0"/>
              <a:buChar char="•"/>
            </a:pPr>
            <a:r>
              <a:rPr lang="en-US" sz="2400" b="1" kern="0" spc="110" dirty="0" err="1">
                <a:solidFill>
                  <a:srgbClr val="6B3FA8"/>
                </a:solidFill>
                <a:latin typeface="JetBrains Mono" pitchFamily="34" charset="0"/>
                <a:ea typeface="JetBrains Mono" pitchFamily="34" charset="-122"/>
              </a:rPr>
              <a:t>conversion_date</a:t>
            </a:r>
            <a:r>
              <a:rPr lang="en-US" sz="2400" b="1" kern="0" spc="110" dirty="0">
                <a:latin typeface="JetBrains Mono" pitchFamily="34" charset="0"/>
                <a:ea typeface="JetBrains Mono" pitchFamily="34" charset="-122"/>
              </a:rPr>
              <a:t>: </a:t>
            </a:r>
            <a:r>
              <a:rPr lang="en-US" sz="2400" kern="0" spc="110" dirty="0" err="1">
                <a:latin typeface="JetBrains Mono" pitchFamily="34" charset="0"/>
                <a:ea typeface="JetBrains Mono" pitchFamily="34" charset="-122"/>
              </a:rPr>
              <a:t>fija</a:t>
            </a:r>
            <a:r>
              <a:rPr lang="en-US" sz="2400" kern="0" spc="110" dirty="0">
                <a:latin typeface="JetBrains Mono" pitchFamily="34" charset="0"/>
                <a:ea typeface="JetBrains Mono" pitchFamily="34" charset="-122"/>
              </a:rPr>
              <a:t> el día </a:t>
            </a:r>
            <a:r>
              <a:rPr lang="en-US" sz="2400" b="1" kern="0" spc="110" dirty="0" err="1">
                <a:latin typeface="JetBrains Mono" pitchFamily="34" charset="0"/>
                <a:ea typeface="JetBrains Mono" pitchFamily="34" charset="-122"/>
              </a:rPr>
              <a:t>ancla</a:t>
            </a:r>
            <a:endParaRPr lang="en-US" sz="2400" b="1" kern="0" spc="110" dirty="0">
              <a:latin typeface="JetBrains Mono" pitchFamily="34" charset="0"/>
              <a:ea typeface="JetBrains Mono" pitchFamily="34" charset="-122"/>
            </a:endParaRPr>
          </a:p>
          <a:p>
            <a:pPr marL="285750" indent="-285750">
              <a:lnSpc>
                <a:spcPct val="150000"/>
              </a:lnSpc>
              <a:buFont typeface="Arial" panose="020B0604020202020204" pitchFamily="34" charset="0"/>
              <a:buChar char="•"/>
            </a:pPr>
            <a:r>
              <a:rPr lang="en-US" sz="2400" b="1" kern="0" spc="110" dirty="0" err="1">
                <a:solidFill>
                  <a:srgbClr val="6B3FA8"/>
                </a:solidFill>
                <a:latin typeface="JetBrains Mono" pitchFamily="34" charset="0"/>
                <a:ea typeface="JetBrains Mono" pitchFamily="34" charset="-122"/>
              </a:rPr>
              <a:t>cancellation_request_date</a:t>
            </a:r>
            <a:endParaRPr lang="en-US" sz="2400" b="1" kern="0" spc="110" dirty="0">
              <a:solidFill>
                <a:srgbClr val="6B3FA8"/>
              </a:solidFill>
              <a:latin typeface="JetBrains Mono" pitchFamily="34" charset="0"/>
              <a:ea typeface="JetBrains Mono" pitchFamily="34" charset="-122"/>
            </a:endParaRPr>
          </a:p>
          <a:p>
            <a:pPr marL="285750" indent="-285750">
              <a:lnSpc>
                <a:spcPct val="150000"/>
              </a:lnSpc>
              <a:buFont typeface="Arial" panose="020B0604020202020204" pitchFamily="34" charset="0"/>
              <a:buChar char="•"/>
            </a:pPr>
            <a:r>
              <a:rPr lang="en-US" sz="2400" b="1" kern="0" spc="110" dirty="0" err="1">
                <a:solidFill>
                  <a:srgbClr val="6B3FA8"/>
                </a:solidFill>
                <a:latin typeface="JetBrains Mono" pitchFamily="34" charset="0"/>
                <a:ea typeface="JetBrains Mono" pitchFamily="34" charset="-122"/>
              </a:rPr>
              <a:t>paid_churn_date</a:t>
            </a:r>
            <a:r>
              <a:rPr lang="en-US" sz="2400" b="1" kern="0" spc="110" dirty="0">
                <a:latin typeface="JetBrains Mono" pitchFamily="34" charset="0"/>
                <a:ea typeface="JetBrains Mono" pitchFamily="34" charset="-122"/>
              </a:rPr>
              <a:t>: </a:t>
            </a:r>
            <a:r>
              <a:rPr lang="en-US" sz="2400" kern="0" spc="110" dirty="0">
                <a:latin typeface="JetBrains Mono" pitchFamily="34" charset="0"/>
                <a:ea typeface="JetBrains Mono" pitchFamily="34" charset="-122"/>
              </a:rPr>
              <a:t>Primer día sin </a:t>
            </a:r>
            <a:r>
              <a:rPr lang="en-US" sz="2400" kern="0" spc="110" dirty="0" err="1">
                <a:latin typeface="JetBrains Mono" pitchFamily="34" charset="0"/>
                <a:ea typeface="JetBrains Mono" pitchFamily="34" charset="-122"/>
              </a:rPr>
              <a:t>acceso</a:t>
            </a:r>
            <a:r>
              <a:rPr lang="en-US" sz="2400" kern="0" spc="110" dirty="0">
                <a:latin typeface="JetBrains Mono" pitchFamily="34" charset="0"/>
                <a:ea typeface="JetBrains Mono" pitchFamily="34" charset="-122"/>
              </a:rPr>
              <a:t> </a:t>
            </a:r>
          </a:p>
          <a:p>
            <a:pPr marL="285750" indent="-285750">
              <a:lnSpc>
                <a:spcPct val="150000"/>
              </a:lnSpc>
              <a:buFont typeface="Arial" panose="020B0604020202020204" pitchFamily="34" charset="0"/>
              <a:buChar char="•"/>
            </a:pPr>
            <a:r>
              <a:rPr lang="en-US" sz="2400" kern="0" spc="110" dirty="0">
                <a:latin typeface="JetBrains Mono" pitchFamily="34" charset="0"/>
                <a:ea typeface="JetBrains Mono" pitchFamily="34" charset="-122"/>
              </a:rPr>
              <a:t>a plan de </a:t>
            </a:r>
            <a:r>
              <a:rPr lang="en-US" sz="2400" kern="0" spc="110" dirty="0" err="1">
                <a:latin typeface="JetBrains Mono" pitchFamily="34" charset="0"/>
                <a:ea typeface="JetBrains Mono" pitchFamily="34" charset="-122"/>
              </a:rPr>
              <a:t>pago</a:t>
            </a:r>
            <a:r>
              <a:rPr lang="en-US" sz="2400" kern="0" spc="110" dirty="0">
                <a:latin typeface="JetBrains Mono" pitchFamily="34" charset="0"/>
                <a:ea typeface="JetBrains Mono" pitchFamily="34" charset="-122"/>
              </a:rPr>
              <a:t>. </a:t>
            </a:r>
          </a:p>
        </p:txBody>
      </p:sp>
    </p:spTree>
    <p:extLst>
      <p:ext uri="{BB962C8B-B14F-4D97-AF65-F5344CB8AC3E}">
        <p14:creationId xmlns:p14="http://schemas.microsoft.com/office/powerpoint/2010/main" val="17654101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6B3FA8"/>
        </a:solidFill>
        <a:effectLst/>
      </p:bgPr>
    </p:bg>
    <p:spTree>
      <p:nvGrpSpPr>
        <p:cNvPr id="1" name="">
          <a:extLst>
            <a:ext uri="{FF2B5EF4-FFF2-40B4-BE49-F238E27FC236}">
              <a16:creationId xmlns:a16="http://schemas.microsoft.com/office/drawing/2014/main" id="{B2C7839F-51C9-F39C-E872-7E573C062D1F}"/>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32363E54-4B0A-D1B5-A29D-FE9B9F634E67}"/>
              </a:ext>
            </a:extLst>
          </p:cNvPr>
          <p:cNvPicPr>
            <a:picLocks noChangeAspect="1"/>
          </p:cNvPicPr>
          <p:nvPr/>
        </p:nvPicPr>
        <p:blipFill>
          <a:blip r:embed="rId3">
            <a:alphaModFix amt="14000"/>
          </a:blip>
          <a:stretch>
            <a:fillRect/>
          </a:stretch>
        </p:blipFill>
        <p:spPr>
          <a:xfrm>
            <a:off x="12210757" y="4431386"/>
            <a:ext cx="6301110" cy="6301112"/>
          </a:xfrm>
          <a:prstGeom prst="rect">
            <a:avLst/>
          </a:prstGeom>
        </p:spPr>
      </p:pic>
      <p:sp>
        <p:nvSpPr>
          <p:cNvPr id="3" name="Text 0">
            <a:extLst>
              <a:ext uri="{FF2B5EF4-FFF2-40B4-BE49-F238E27FC236}">
                <a16:creationId xmlns:a16="http://schemas.microsoft.com/office/drawing/2014/main" id="{1FBCE2F5-F920-A66C-C294-E7ACEDE255E7}"/>
              </a:ext>
            </a:extLst>
          </p:cNvPr>
          <p:cNvSpPr/>
          <p:nvPr/>
        </p:nvSpPr>
        <p:spPr>
          <a:xfrm>
            <a:off x="-457539" y="1919591"/>
            <a:ext cx="17811848" cy="443542"/>
          </a:xfrm>
          <a:prstGeom prst="rect">
            <a:avLst/>
          </a:prstGeom>
          <a:noFill/>
          <a:ln/>
        </p:spPr>
        <p:txBody>
          <a:bodyPr wrap="square" lIns="25400" tIns="25400" rIns="25400" bIns="25400" rtlCol="0" anchor="t">
            <a:noAutofit/>
          </a:bodyPr>
          <a:lstStyle/>
          <a:p>
            <a:pPr marL="0" indent="0" algn="ctr">
              <a:buNone/>
            </a:pPr>
            <a:r>
              <a:rPr lang="en-US" sz="6000" b="1" kern="0" spc="528" dirty="0">
                <a:solidFill>
                  <a:srgbClr val="E0A526"/>
                </a:solidFill>
                <a:latin typeface="JetBrains Mono" pitchFamily="34" charset="0"/>
                <a:ea typeface="JetBrains Mono" pitchFamily="34" charset="-122"/>
                <a:cs typeface="JetBrains Mono" pitchFamily="34" charset="-120"/>
              </a:rPr>
              <a:t>BLOQUE 2</a:t>
            </a:r>
            <a:endParaRPr lang="en-US" sz="6000" b="1" dirty="0"/>
          </a:p>
        </p:txBody>
      </p:sp>
      <p:sp>
        <p:nvSpPr>
          <p:cNvPr id="4" name="Text 1">
            <a:extLst>
              <a:ext uri="{FF2B5EF4-FFF2-40B4-BE49-F238E27FC236}">
                <a16:creationId xmlns:a16="http://schemas.microsoft.com/office/drawing/2014/main" id="{3E6CADBD-6A56-14FC-A261-0FB493236492}"/>
              </a:ext>
            </a:extLst>
          </p:cNvPr>
          <p:cNvSpPr/>
          <p:nvPr/>
        </p:nvSpPr>
        <p:spPr>
          <a:xfrm>
            <a:off x="769511" y="3417243"/>
            <a:ext cx="17076523" cy="1232454"/>
          </a:xfrm>
          <a:prstGeom prst="rect">
            <a:avLst/>
          </a:prstGeom>
          <a:noFill/>
          <a:ln/>
        </p:spPr>
        <p:txBody>
          <a:bodyPr wrap="none" lIns="25400" tIns="25400" rIns="25400" bIns="25400" rtlCol="0" anchor="t">
            <a:noAutofit/>
          </a:bodyPr>
          <a:lstStyle/>
          <a:p>
            <a:pPr marL="0" indent="0" algn="l">
              <a:lnSpc>
                <a:spcPct val="75251"/>
              </a:lnSpc>
              <a:buNone/>
            </a:pPr>
            <a:r>
              <a:rPr lang="en-US" sz="7200" b="1" kern="0" spc="-297" dirty="0">
                <a:solidFill>
                  <a:srgbClr val="F5F3EE"/>
                </a:solidFill>
                <a:latin typeface="Outfit" pitchFamily="34" charset="0"/>
                <a:ea typeface="Outfit" pitchFamily="34" charset="-122"/>
              </a:rPr>
              <a:t>Modelo de </a:t>
            </a:r>
            <a:r>
              <a:rPr lang="en-US" sz="7200" b="1" kern="0" spc="-297" dirty="0" err="1">
                <a:solidFill>
                  <a:srgbClr val="F5F3EE"/>
                </a:solidFill>
                <a:latin typeface="Outfit" pitchFamily="34" charset="0"/>
                <a:ea typeface="Outfit" pitchFamily="34" charset="-122"/>
              </a:rPr>
              <a:t>suscripciones</a:t>
            </a:r>
            <a:r>
              <a:rPr lang="en-US" sz="7200" b="1" kern="0" spc="-297" dirty="0">
                <a:solidFill>
                  <a:srgbClr val="F5F3EE"/>
                </a:solidFill>
                <a:latin typeface="Outfit" pitchFamily="34" charset="0"/>
                <a:ea typeface="Outfit" pitchFamily="34" charset="-122"/>
              </a:rPr>
              <a:t>  y </a:t>
            </a:r>
            <a:r>
              <a:rPr lang="en-US" sz="7200" b="1" kern="0" spc="-297" dirty="0" err="1">
                <a:solidFill>
                  <a:srgbClr val="F5F3EE"/>
                </a:solidFill>
                <a:latin typeface="Outfit" pitchFamily="34" charset="0"/>
                <a:ea typeface="Outfit" pitchFamily="34" charset="-122"/>
              </a:rPr>
              <a:t>regla</a:t>
            </a:r>
            <a:r>
              <a:rPr lang="en-US" sz="7200" b="1" kern="0" spc="-297" dirty="0">
                <a:solidFill>
                  <a:srgbClr val="F5F3EE"/>
                </a:solidFill>
                <a:latin typeface="Outfit" pitchFamily="34" charset="0"/>
                <a:ea typeface="Outfit" pitchFamily="34" charset="-122"/>
              </a:rPr>
              <a:t> de </a:t>
            </a:r>
            <a:r>
              <a:rPr lang="en-US" sz="7200" b="1" kern="0" spc="-297" dirty="0" err="1">
                <a:solidFill>
                  <a:srgbClr val="F5F3EE"/>
                </a:solidFill>
                <a:latin typeface="Outfit" pitchFamily="34" charset="0"/>
                <a:ea typeface="Outfit" pitchFamily="34" charset="-122"/>
              </a:rPr>
              <a:t>negocio</a:t>
            </a:r>
            <a:endParaRPr lang="en-US" sz="7200" dirty="0"/>
          </a:p>
        </p:txBody>
      </p:sp>
      <p:sp>
        <p:nvSpPr>
          <p:cNvPr id="6" name="Text 3">
            <a:extLst>
              <a:ext uri="{FF2B5EF4-FFF2-40B4-BE49-F238E27FC236}">
                <a16:creationId xmlns:a16="http://schemas.microsoft.com/office/drawing/2014/main" id="{D3241434-CDCD-F677-51DD-909061439BF6}"/>
              </a:ext>
            </a:extLst>
          </p:cNvPr>
          <p:cNvSpPr/>
          <p:nvPr/>
        </p:nvSpPr>
        <p:spPr>
          <a:xfrm>
            <a:off x="930918" y="9268048"/>
            <a:ext cx="17811848" cy="391783"/>
          </a:xfrm>
          <a:prstGeom prst="rect">
            <a:avLst/>
          </a:prstGeom>
          <a:noFill/>
          <a:ln/>
        </p:spPr>
        <p:txBody>
          <a:bodyPr wrap="square" lIns="25400" tIns="25400" rIns="25400" bIns="25400" rtlCol="0" anchor="t">
            <a:normAutofit/>
          </a:bodyPr>
          <a:lstStyle/>
          <a:p>
            <a:pPr marL="0" indent="0" algn="l">
              <a:buNone/>
            </a:pPr>
            <a:r>
              <a:rPr lang="en-US" sz="2100" dirty="0">
                <a:solidFill>
                  <a:srgbClr val="D9CDEA"/>
                </a:solidFill>
                <a:latin typeface="JetBrains Mono" pitchFamily="34" charset="0"/>
                <a:ea typeface="JetBrains Mono" pitchFamily="34" charset="-122"/>
                <a:cs typeface="JetBrains Mono" pitchFamily="34" charset="-120"/>
              </a:rPr>
              <a:t>#techenelpueblo · #somoscomunidad · #ppwclm · #madridejos</a:t>
            </a:r>
            <a:endParaRPr lang="en-US" sz="2100" dirty="0"/>
          </a:p>
        </p:txBody>
      </p:sp>
    </p:spTree>
    <p:extLst>
      <p:ext uri="{BB962C8B-B14F-4D97-AF65-F5344CB8AC3E}">
        <p14:creationId xmlns:p14="http://schemas.microsoft.com/office/powerpoint/2010/main" val="18665395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a:extLst>
            <a:ext uri="{FF2B5EF4-FFF2-40B4-BE49-F238E27FC236}">
              <a16:creationId xmlns:a16="http://schemas.microsoft.com/office/drawing/2014/main" id="{9483FAAC-16FF-2A0B-9123-CA1DDFD338AC}"/>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938793B-E9B5-3B15-A29A-94241F654899}"/>
              </a:ext>
            </a:extLst>
          </p:cNvPr>
          <p:cNvSpPr/>
          <p:nvPr/>
        </p:nvSpPr>
        <p:spPr>
          <a:xfrm>
            <a:off x="1047705" y="952410"/>
            <a:ext cx="9991087" cy="391783"/>
          </a:xfrm>
          <a:prstGeom prst="rect">
            <a:avLst/>
          </a:prstGeom>
          <a:noFill/>
          <a:ln/>
        </p:spPr>
        <p:txBody>
          <a:bodyPr wrap="square" lIns="25400" tIns="25400" rIns="25400" bIns="25400" rtlCol="0" anchor="t">
            <a:normAutofit/>
          </a:bodyPr>
          <a:lstStyle/>
          <a:p>
            <a:pPr marL="0" indent="0" algn="l">
              <a:buNone/>
            </a:pPr>
            <a:r>
              <a:rPr lang="en-US" sz="2100" kern="0" spc="462" dirty="0">
                <a:solidFill>
                  <a:srgbClr val="6B3FA8"/>
                </a:solidFill>
                <a:latin typeface="JetBrains Mono" pitchFamily="34" charset="0"/>
                <a:ea typeface="JetBrains Mono" pitchFamily="34" charset="-122"/>
                <a:cs typeface="JetBrains Mono" pitchFamily="34" charset="-120"/>
              </a:rPr>
              <a:t>APARTADO 2.1</a:t>
            </a:r>
            <a:endParaRPr lang="en-US" sz="2100" dirty="0"/>
          </a:p>
        </p:txBody>
      </p:sp>
      <p:sp>
        <p:nvSpPr>
          <p:cNvPr id="3" name="Text 1">
            <a:extLst>
              <a:ext uri="{FF2B5EF4-FFF2-40B4-BE49-F238E27FC236}">
                <a16:creationId xmlns:a16="http://schemas.microsoft.com/office/drawing/2014/main" id="{04681638-0F8D-FE3D-58F5-29D069CE6CC9}"/>
              </a:ext>
            </a:extLst>
          </p:cNvPr>
          <p:cNvSpPr/>
          <p:nvPr/>
        </p:nvSpPr>
        <p:spPr>
          <a:xfrm>
            <a:off x="1047704" y="1496548"/>
            <a:ext cx="14883461" cy="952500"/>
          </a:xfrm>
          <a:prstGeom prst="rect">
            <a:avLst/>
          </a:prstGeom>
          <a:noFill/>
          <a:ln/>
        </p:spPr>
        <p:txBody>
          <a:bodyPr wrap="square" lIns="25400" tIns="25400" rIns="25400" bIns="25400" rtlCol="0" anchor="t">
            <a:normAutofit/>
          </a:bodyPr>
          <a:lstStyle/>
          <a:p>
            <a:pPr marL="0" indent="0" algn="ctr">
              <a:buNone/>
            </a:pPr>
            <a:r>
              <a:rPr lang="en-US" sz="5700" b="1" kern="0" spc="-114" dirty="0" err="1">
                <a:solidFill>
                  <a:srgbClr val="211E2B"/>
                </a:solidFill>
                <a:latin typeface="Outfit" pitchFamily="34" charset="0"/>
                <a:ea typeface="Outfit" pitchFamily="34" charset="-122"/>
              </a:rPr>
              <a:t>Recorridos</a:t>
            </a:r>
            <a:r>
              <a:rPr lang="en-US" sz="5700" b="1" kern="0" spc="-114" dirty="0">
                <a:solidFill>
                  <a:srgbClr val="211E2B"/>
                </a:solidFill>
                <a:latin typeface="Outfit" pitchFamily="34" charset="0"/>
                <a:ea typeface="Outfit" pitchFamily="34" charset="-122"/>
              </a:rPr>
              <a:t> de </a:t>
            </a:r>
            <a:r>
              <a:rPr lang="en-US" sz="5700" b="1" kern="0" spc="-114" dirty="0" err="1">
                <a:solidFill>
                  <a:srgbClr val="211E2B"/>
                </a:solidFill>
                <a:latin typeface="Outfit" pitchFamily="34" charset="0"/>
                <a:ea typeface="Outfit" pitchFamily="34" charset="-122"/>
              </a:rPr>
              <a:t>una</a:t>
            </a:r>
            <a:r>
              <a:rPr lang="en-US" sz="5700" b="1" kern="0" spc="-114" dirty="0">
                <a:solidFill>
                  <a:srgbClr val="211E2B"/>
                </a:solidFill>
                <a:latin typeface="Outfit" pitchFamily="34" charset="0"/>
                <a:ea typeface="Outfit" pitchFamily="34" charset="-122"/>
              </a:rPr>
              <a:t> </a:t>
            </a:r>
            <a:r>
              <a:rPr lang="en-US" sz="5700" b="1" kern="0" spc="-114" dirty="0" err="1">
                <a:solidFill>
                  <a:srgbClr val="211E2B"/>
                </a:solidFill>
                <a:latin typeface="Outfit" pitchFamily="34" charset="0"/>
                <a:ea typeface="Outfit" pitchFamily="34" charset="-122"/>
              </a:rPr>
              <a:t>suscripción</a:t>
            </a:r>
            <a:endParaRPr lang="en-US" sz="5700" dirty="0"/>
          </a:p>
        </p:txBody>
      </p:sp>
      <p:sp>
        <p:nvSpPr>
          <p:cNvPr id="13" name="Text 10">
            <a:extLst>
              <a:ext uri="{FF2B5EF4-FFF2-40B4-BE49-F238E27FC236}">
                <a16:creationId xmlns:a16="http://schemas.microsoft.com/office/drawing/2014/main" id="{3FD24E48-48A6-2F29-66FD-35B88B020F19}"/>
              </a:ext>
            </a:extLst>
          </p:cNvPr>
          <p:cNvSpPr/>
          <p:nvPr/>
        </p:nvSpPr>
        <p:spPr>
          <a:xfrm>
            <a:off x="1047705" y="9138698"/>
            <a:ext cx="17811848" cy="391783"/>
          </a:xfrm>
          <a:prstGeom prst="rect">
            <a:avLst/>
          </a:prstGeom>
          <a:noFill/>
          <a:ln/>
        </p:spPr>
        <p:txBody>
          <a:bodyPr wrap="square" lIns="25400" tIns="25400" rIns="25400" bIns="25400" rtlCol="0" anchor="t">
            <a:normAutofit/>
          </a:bodyPr>
          <a:lstStyle/>
          <a:p>
            <a:pPr marL="0" indent="0" algn="l">
              <a:buNone/>
            </a:pPr>
            <a:r>
              <a:rPr lang="en-US" sz="2100" dirty="0">
                <a:solidFill>
                  <a:srgbClr val="6B6577"/>
                </a:solidFill>
                <a:latin typeface="JetBrains Mono" pitchFamily="34" charset="0"/>
                <a:ea typeface="JetBrains Mono" pitchFamily="34" charset="-122"/>
                <a:cs typeface="JetBrains Mono" pitchFamily="34" charset="-120"/>
              </a:rPr>
              <a:t>#techenelpueblo · #somoscomunidad · #ppwclm · #madridejos</a:t>
            </a:r>
            <a:endParaRPr lang="en-US" sz="2100" dirty="0"/>
          </a:p>
        </p:txBody>
      </p:sp>
      <p:pic>
        <p:nvPicPr>
          <p:cNvPr id="15" name="Image 0" descr="preencoded.png">
            <a:extLst>
              <a:ext uri="{FF2B5EF4-FFF2-40B4-BE49-F238E27FC236}">
                <a16:creationId xmlns:a16="http://schemas.microsoft.com/office/drawing/2014/main" id="{88C9085D-763C-50CF-4191-705C83245924}"/>
              </a:ext>
            </a:extLst>
          </p:cNvPr>
          <p:cNvPicPr>
            <a:picLocks noChangeAspect="1"/>
          </p:cNvPicPr>
          <p:nvPr/>
        </p:nvPicPr>
        <p:blipFill>
          <a:blip r:embed="rId3">
            <a:alphaModFix amt="85000"/>
          </a:blip>
          <a:stretch>
            <a:fillRect/>
          </a:stretch>
        </p:blipFill>
        <p:spPr>
          <a:xfrm>
            <a:off x="16192590" y="952410"/>
            <a:ext cx="1047705" cy="1047705"/>
          </a:xfrm>
          <a:prstGeom prst="rect">
            <a:avLst/>
          </a:prstGeom>
        </p:spPr>
      </p:pic>
      <p:pic>
        <p:nvPicPr>
          <p:cNvPr id="28" name="Imagen 27">
            <a:extLst>
              <a:ext uri="{FF2B5EF4-FFF2-40B4-BE49-F238E27FC236}">
                <a16:creationId xmlns:a16="http://schemas.microsoft.com/office/drawing/2014/main" id="{319A537D-1857-3C90-F2C3-9CDD93F6604C}"/>
              </a:ext>
            </a:extLst>
          </p:cNvPr>
          <p:cNvPicPr>
            <a:picLocks noChangeAspect="1"/>
          </p:cNvPicPr>
          <p:nvPr/>
        </p:nvPicPr>
        <p:blipFill>
          <a:blip r:embed="rId4"/>
          <a:stretch>
            <a:fillRect/>
          </a:stretch>
        </p:blipFill>
        <p:spPr>
          <a:xfrm>
            <a:off x="782053" y="5747321"/>
            <a:ext cx="16723894" cy="1877808"/>
          </a:xfrm>
          <a:prstGeom prst="rect">
            <a:avLst/>
          </a:prstGeom>
          <a:ln w="3175">
            <a:solidFill>
              <a:schemeClr val="tx1"/>
            </a:solidFill>
          </a:ln>
        </p:spPr>
      </p:pic>
      <p:sp>
        <p:nvSpPr>
          <p:cNvPr id="30" name="Rectángulo 29">
            <a:extLst>
              <a:ext uri="{FF2B5EF4-FFF2-40B4-BE49-F238E27FC236}">
                <a16:creationId xmlns:a16="http://schemas.microsoft.com/office/drawing/2014/main" id="{FD689E7D-9898-7AFB-B05D-720D63072E64}"/>
              </a:ext>
            </a:extLst>
          </p:cNvPr>
          <p:cNvSpPr/>
          <p:nvPr/>
        </p:nvSpPr>
        <p:spPr>
          <a:xfrm>
            <a:off x="2404485" y="6049561"/>
            <a:ext cx="1312596" cy="293385"/>
          </a:xfrm>
          <a:prstGeom prst="rect">
            <a:avLst/>
          </a:prstGeom>
          <a:solidFill>
            <a:srgbClr val="6B3FA8">
              <a:alpha val="4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2" name="Rectángulo 31">
            <a:extLst>
              <a:ext uri="{FF2B5EF4-FFF2-40B4-BE49-F238E27FC236}">
                <a16:creationId xmlns:a16="http://schemas.microsoft.com/office/drawing/2014/main" id="{0BABF99F-59E1-BF21-A625-A78B9085407A}"/>
              </a:ext>
            </a:extLst>
          </p:cNvPr>
          <p:cNvSpPr/>
          <p:nvPr/>
        </p:nvSpPr>
        <p:spPr>
          <a:xfrm>
            <a:off x="3727194" y="6055269"/>
            <a:ext cx="1154703" cy="287678"/>
          </a:xfrm>
          <a:prstGeom prst="rect">
            <a:avLst/>
          </a:prstGeom>
          <a:solidFill>
            <a:srgbClr val="6B3FA8">
              <a:alpha val="4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34" name="Rectángulo 33">
            <a:extLst>
              <a:ext uri="{FF2B5EF4-FFF2-40B4-BE49-F238E27FC236}">
                <a16:creationId xmlns:a16="http://schemas.microsoft.com/office/drawing/2014/main" id="{7071F5AC-8DB4-8D04-4CEC-AEAC8E1E755E}"/>
              </a:ext>
            </a:extLst>
          </p:cNvPr>
          <p:cNvSpPr/>
          <p:nvPr/>
        </p:nvSpPr>
        <p:spPr>
          <a:xfrm>
            <a:off x="4881897" y="6060975"/>
            <a:ext cx="1790438" cy="293385"/>
          </a:xfrm>
          <a:prstGeom prst="rect">
            <a:avLst/>
          </a:prstGeom>
          <a:solidFill>
            <a:srgbClr val="6B3FA8">
              <a:alpha val="4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6" name="Rectángulo 35">
            <a:extLst>
              <a:ext uri="{FF2B5EF4-FFF2-40B4-BE49-F238E27FC236}">
                <a16:creationId xmlns:a16="http://schemas.microsoft.com/office/drawing/2014/main" id="{6FD5077A-42D8-B6E9-77D6-E5A8980F80B6}"/>
              </a:ext>
            </a:extLst>
          </p:cNvPr>
          <p:cNvSpPr/>
          <p:nvPr/>
        </p:nvSpPr>
        <p:spPr>
          <a:xfrm>
            <a:off x="6672335" y="6060974"/>
            <a:ext cx="1277227" cy="293385"/>
          </a:xfrm>
          <a:prstGeom prst="rect">
            <a:avLst/>
          </a:prstGeom>
          <a:solidFill>
            <a:srgbClr val="6B3FA8">
              <a:alpha val="4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38" name="Rectángulo 37">
            <a:extLst>
              <a:ext uri="{FF2B5EF4-FFF2-40B4-BE49-F238E27FC236}">
                <a16:creationId xmlns:a16="http://schemas.microsoft.com/office/drawing/2014/main" id="{A6D897CF-798B-B5B9-9D08-595EC9189C1B}"/>
              </a:ext>
            </a:extLst>
          </p:cNvPr>
          <p:cNvSpPr/>
          <p:nvPr/>
        </p:nvSpPr>
        <p:spPr>
          <a:xfrm>
            <a:off x="7949562" y="6060594"/>
            <a:ext cx="1607574" cy="293385"/>
          </a:xfrm>
          <a:prstGeom prst="rect">
            <a:avLst/>
          </a:prstGeom>
          <a:solidFill>
            <a:srgbClr val="6B3FA8">
              <a:alpha val="4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0" name="Rectángulo 39">
            <a:extLst>
              <a:ext uri="{FF2B5EF4-FFF2-40B4-BE49-F238E27FC236}">
                <a16:creationId xmlns:a16="http://schemas.microsoft.com/office/drawing/2014/main" id="{CB355C1A-CA49-C45F-5D73-EA79CFF58339}"/>
              </a:ext>
            </a:extLst>
          </p:cNvPr>
          <p:cNvSpPr/>
          <p:nvPr/>
        </p:nvSpPr>
        <p:spPr>
          <a:xfrm>
            <a:off x="11304443" y="6060593"/>
            <a:ext cx="1678685" cy="293385"/>
          </a:xfrm>
          <a:prstGeom prst="rect">
            <a:avLst/>
          </a:prstGeom>
          <a:solidFill>
            <a:srgbClr val="6B3FA8">
              <a:alpha val="4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2" name="Rectángulo 41">
            <a:extLst>
              <a:ext uri="{FF2B5EF4-FFF2-40B4-BE49-F238E27FC236}">
                <a16:creationId xmlns:a16="http://schemas.microsoft.com/office/drawing/2014/main" id="{16E32D75-8F53-C576-F5E9-DCC0D4B0CDA6}"/>
              </a:ext>
            </a:extLst>
          </p:cNvPr>
          <p:cNvSpPr/>
          <p:nvPr/>
        </p:nvSpPr>
        <p:spPr>
          <a:xfrm>
            <a:off x="13038725" y="6066300"/>
            <a:ext cx="2631617" cy="293385"/>
          </a:xfrm>
          <a:prstGeom prst="rect">
            <a:avLst/>
          </a:prstGeom>
          <a:solidFill>
            <a:srgbClr val="6B3FA8">
              <a:alpha val="4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4" name="Rectángulo 43">
            <a:extLst>
              <a:ext uri="{FF2B5EF4-FFF2-40B4-BE49-F238E27FC236}">
                <a16:creationId xmlns:a16="http://schemas.microsoft.com/office/drawing/2014/main" id="{BE061EE2-ADC2-9C14-FAE7-D81D1387F65F}"/>
              </a:ext>
            </a:extLst>
          </p:cNvPr>
          <p:cNvSpPr/>
          <p:nvPr/>
        </p:nvSpPr>
        <p:spPr>
          <a:xfrm>
            <a:off x="15678118" y="6066300"/>
            <a:ext cx="1754658" cy="293385"/>
          </a:xfrm>
          <a:prstGeom prst="rect">
            <a:avLst/>
          </a:prstGeom>
          <a:solidFill>
            <a:srgbClr val="6B3FA8">
              <a:alpha val="4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6" name="Rectángulo 45">
            <a:extLst>
              <a:ext uri="{FF2B5EF4-FFF2-40B4-BE49-F238E27FC236}">
                <a16:creationId xmlns:a16="http://schemas.microsoft.com/office/drawing/2014/main" id="{E7AAABC1-B788-B6ED-5FF8-BAADD3E15712}"/>
              </a:ext>
            </a:extLst>
          </p:cNvPr>
          <p:cNvSpPr/>
          <p:nvPr/>
        </p:nvSpPr>
        <p:spPr>
          <a:xfrm>
            <a:off x="6664984" y="6348653"/>
            <a:ext cx="1284578" cy="293385"/>
          </a:xfrm>
          <a:prstGeom prst="rect">
            <a:avLst/>
          </a:prstGeom>
          <a:solidFill>
            <a:srgbClr val="6B3FA8">
              <a:alpha val="4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48" name="Rectángulo 47">
            <a:extLst>
              <a:ext uri="{FF2B5EF4-FFF2-40B4-BE49-F238E27FC236}">
                <a16:creationId xmlns:a16="http://schemas.microsoft.com/office/drawing/2014/main" id="{88E11D86-D38B-0291-E493-6F8E0C3DB75C}"/>
              </a:ext>
            </a:extLst>
          </p:cNvPr>
          <p:cNvSpPr/>
          <p:nvPr/>
        </p:nvSpPr>
        <p:spPr>
          <a:xfrm>
            <a:off x="3727194" y="6368922"/>
            <a:ext cx="1154703" cy="293385"/>
          </a:xfrm>
          <a:prstGeom prst="rect">
            <a:avLst/>
          </a:prstGeom>
          <a:solidFill>
            <a:srgbClr val="6B3FA8">
              <a:alpha val="4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a:p>
        </p:txBody>
      </p:sp>
      <p:sp>
        <p:nvSpPr>
          <p:cNvPr id="50" name="Rectángulo 49">
            <a:extLst>
              <a:ext uri="{FF2B5EF4-FFF2-40B4-BE49-F238E27FC236}">
                <a16:creationId xmlns:a16="http://schemas.microsoft.com/office/drawing/2014/main" id="{B42A70A2-F516-4B54-2205-6DCD03A6047E}"/>
              </a:ext>
            </a:extLst>
          </p:cNvPr>
          <p:cNvSpPr/>
          <p:nvPr/>
        </p:nvSpPr>
        <p:spPr>
          <a:xfrm>
            <a:off x="2414597" y="6662308"/>
            <a:ext cx="15018179" cy="287678"/>
          </a:xfrm>
          <a:prstGeom prst="rect">
            <a:avLst/>
          </a:prstGeom>
          <a:solidFill>
            <a:srgbClr val="6B3FA8">
              <a:alpha val="4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51" name="Rectángulo 50">
            <a:extLst>
              <a:ext uri="{FF2B5EF4-FFF2-40B4-BE49-F238E27FC236}">
                <a16:creationId xmlns:a16="http://schemas.microsoft.com/office/drawing/2014/main" id="{E9110ED0-75C1-F384-6F98-B65A8D48AF07}"/>
              </a:ext>
            </a:extLst>
          </p:cNvPr>
          <p:cNvSpPr/>
          <p:nvPr/>
        </p:nvSpPr>
        <p:spPr>
          <a:xfrm>
            <a:off x="2414596" y="6964930"/>
            <a:ext cx="7142539" cy="304036"/>
          </a:xfrm>
          <a:prstGeom prst="rect">
            <a:avLst/>
          </a:prstGeom>
          <a:solidFill>
            <a:srgbClr val="6B3FA8">
              <a:alpha val="4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52" name="Rectángulo 51">
            <a:extLst>
              <a:ext uri="{FF2B5EF4-FFF2-40B4-BE49-F238E27FC236}">
                <a16:creationId xmlns:a16="http://schemas.microsoft.com/office/drawing/2014/main" id="{11113D33-3662-8AD7-9259-82FFD57E58E8}"/>
              </a:ext>
            </a:extLst>
          </p:cNvPr>
          <p:cNvSpPr/>
          <p:nvPr/>
        </p:nvSpPr>
        <p:spPr>
          <a:xfrm>
            <a:off x="13038725" y="6964930"/>
            <a:ext cx="2639393" cy="304036"/>
          </a:xfrm>
          <a:prstGeom prst="rect">
            <a:avLst/>
          </a:prstGeom>
          <a:solidFill>
            <a:srgbClr val="6B3FA8">
              <a:alpha val="4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53" name="Rectángulo 52">
            <a:extLst>
              <a:ext uri="{FF2B5EF4-FFF2-40B4-BE49-F238E27FC236}">
                <a16:creationId xmlns:a16="http://schemas.microsoft.com/office/drawing/2014/main" id="{0484A7D9-442F-97A4-DF52-4401774D5712}"/>
              </a:ext>
            </a:extLst>
          </p:cNvPr>
          <p:cNvSpPr/>
          <p:nvPr/>
        </p:nvSpPr>
        <p:spPr>
          <a:xfrm>
            <a:off x="9559450" y="6964930"/>
            <a:ext cx="1744993" cy="304036"/>
          </a:xfrm>
          <a:prstGeom prst="rect">
            <a:avLst/>
          </a:prstGeom>
          <a:solidFill>
            <a:srgbClr val="6B3FA8">
              <a:alpha val="4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54" name="Rectángulo 53">
            <a:extLst>
              <a:ext uri="{FF2B5EF4-FFF2-40B4-BE49-F238E27FC236}">
                <a16:creationId xmlns:a16="http://schemas.microsoft.com/office/drawing/2014/main" id="{193D8028-5E4D-F8D1-87AE-C9DED0A3BBA7}"/>
              </a:ext>
            </a:extLst>
          </p:cNvPr>
          <p:cNvSpPr/>
          <p:nvPr/>
        </p:nvSpPr>
        <p:spPr>
          <a:xfrm>
            <a:off x="3759404" y="7268966"/>
            <a:ext cx="1122491" cy="303004"/>
          </a:xfrm>
          <a:prstGeom prst="rect">
            <a:avLst/>
          </a:prstGeom>
          <a:solidFill>
            <a:srgbClr val="6B3FA8">
              <a:alpha val="4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55" name="Rectángulo 54">
            <a:extLst>
              <a:ext uri="{FF2B5EF4-FFF2-40B4-BE49-F238E27FC236}">
                <a16:creationId xmlns:a16="http://schemas.microsoft.com/office/drawing/2014/main" id="{078788B2-1024-3194-80D5-F1CA44DFF005}"/>
              </a:ext>
            </a:extLst>
          </p:cNvPr>
          <p:cNvSpPr/>
          <p:nvPr/>
        </p:nvSpPr>
        <p:spPr>
          <a:xfrm>
            <a:off x="6664984" y="7273775"/>
            <a:ext cx="1284578" cy="298195"/>
          </a:xfrm>
          <a:prstGeom prst="rect">
            <a:avLst/>
          </a:prstGeom>
          <a:solidFill>
            <a:srgbClr val="6B3FA8">
              <a:alpha val="40000"/>
            </a:srgb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ES" dirty="0"/>
          </a:p>
        </p:txBody>
      </p:sp>
      <p:sp>
        <p:nvSpPr>
          <p:cNvPr id="56" name="CuadroTexto 55">
            <a:extLst>
              <a:ext uri="{FF2B5EF4-FFF2-40B4-BE49-F238E27FC236}">
                <a16:creationId xmlns:a16="http://schemas.microsoft.com/office/drawing/2014/main" id="{6FCB5C75-9537-78E5-17B7-A239E1DC6CE9}"/>
              </a:ext>
            </a:extLst>
          </p:cNvPr>
          <p:cNvSpPr txBox="1"/>
          <p:nvPr/>
        </p:nvSpPr>
        <p:spPr>
          <a:xfrm>
            <a:off x="1853881" y="3023721"/>
            <a:ext cx="16650723" cy="523220"/>
          </a:xfrm>
          <a:prstGeom prst="rect">
            <a:avLst/>
          </a:prstGeom>
          <a:noFill/>
        </p:spPr>
        <p:txBody>
          <a:bodyPr wrap="square" rtlCol="0">
            <a:spAutoFit/>
          </a:bodyPr>
          <a:lstStyle/>
          <a:p>
            <a:r>
              <a:rPr lang="es-ES" sz="2800" dirty="0"/>
              <a:t>1.    Trial     –      Conversión     –    Cancelación    –   Fin plan de pago     –    </a:t>
            </a:r>
            <a:r>
              <a:rPr lang="es-ES" sz="2800" dirty="0" err="1"/>
              <a:t>Downgrade</a:t>
            </a:r>
            <a:r>
              <a:rPr lang="es-ES" sz="2800" dirty="0"/>
              <a:t> a Free</a:t>
            </a:r>
          </a:p>
        </p:txBody>
      </p:sp>
      <p:sp>
        <p:nvSpPr>
          <p:cNvPr id="66" name="CuadroTexto 65">
            <a:extLst>
              <a:ext uri="{FF2B5EF4-FFF2-40B4-BE49-F238E27FC236}">
                <a16:creationId xmlns:a16="http://schemas.microsoft.com/office/drawing/2014/main" id="{00035FC8-51B4-EC26-D7E0-0301790164E5}"/>
              </a:ext>
            </a:extLst>
          </p:cNvPr>
          <p:cNvSpPr txBox="1"/>
          <p:nvPr/>
        </p:nvSpPr>
        <p:spPr>
          <a:xfrm>
            <a:off x="1864819" y="3966427"/>
            <a:ext cx="9975136" cy="523220"/>
          </a:xfrm>
          <a:prstGeom prst="rect">
            <a:avLst/>
          </a:prstGeom>
          <a:noFill/>
        </p:spPr>
        <p:txBody>
          <a:bodyPr wrap="square" rtlCol="0">
            <a:spAutoFit/>
          </a:bodyPr>
          <a:lstStyle/>
          <a:p>
            <a:r>
              <a:rPr lang="es-ES" sz="2800" dirty="0"/>
              <a:t>2.    Trial     –      Conversión     –    Sigue pagando</a:t>
            </a:r>
          </a:p>
        </p:txBody>
      </p:sp>
      <p:sp>
        <p:nvSpPr>
          <p:cNvPr id="68" name="CuadroTexto 67">
            <a:extLst>
              <a:ext uri="{FF2B5EF4-FFF2-40B4-BE49-F238E27FC236}">
                <a16:creationId xmlns:a16="http://schemas.microsoft.com/office/drawing/2014/main" id="{7F684391-A3F8-B3AB-2398-A7605C489841}"/>
              </a:ext>
            </a:extLst>
          </p:cNvPr>
          <p:cNvSpPr txBox="1"/>
          <p:nvPr/>
        </p:nvSpPr>
        <p:spPr>
          <a:xfrm>
            <a:off x="1864819" y="4862230"/>
            <a:ext cx="13366082" cy="523220"/>
          </a:xfrm>
          <a:prstGeom prst="rect">
            <a:avLst/>
          </a:prstGeom>
          <a:noFill/>
        </p:spPr>
        <p:txBody>
          <a:bodyPr wrap="square" rtlCol="0">
            <a:spAutoFit/>
          </a:bodyPr>
          <a:lstStyle/>
          <a:p>
            <a:r>
              <a:rPr lang="es-ES" sz="2800" dirty="0"/>
              <a:t>3.    Trial     –      Cancelación     –    Abandono Trial      –      </a:t>
            </a:r>
            <a:r>
              <a:rPr lang="es-ES" sz="2800" dirty="0" err="1"/>
              <a:t>Downgrade</a:t>
            </a:r>
            <a:r>
              <a:rPr lang="es-ES" sz="2800" dirty="0"/>
              <a:t> a Free    </a:t>
            </a:r>
          </a:p>
        </p:txBody>
      </p:sp>
    </p:spTree>
    <p:extLst>
      <p:ext uri="{BB962C8B-B14F-4D97-AF65-F5344CB8AC3E}">
        <p14:creationId xmlns:p14="http://schemas.microsoft.com/office/powerpoint/2010/main" val="268650902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56"/>
                                        </p:tgtEl>
                                        <p:attrNameLst>
                                          <p:attrName>style.visibility</p:attrName>
                                        </p:attrNameLst>
                                      </p:cBhvr>
                                      <p:to>
                                        <p:strVal val="visible"/>
                                      </p:to>
                                    </p:set>
                                    <p:animEffect transition="in" filter="wipe(up)">
                                      <p:cBhvr>
                                        <p:cTn id="7" dur="1000"/>
                                        <p:tgtEl>
                                          <p:spTgt spid="5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0"/>
                                        </p:tgtEl>
                                        <p:attrNameLst>
                                          <p:attrName>style.visibility</p:attrName>
                                        </p:attrNameLst>
                                      </p:cBhvr>
                                      <p:to>
                                        <p:strVal val="visible"/>
                                      </p:to>
                                    </p:set>
                                    <p:animEffect transition="in" filter="wipe(left)">
                                      <p:cBhvr>
                                        <p:cTn id="12" dur="500"/>
                                        <p:tgtEl>
                                          <p:spTgt spid="30"/>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xit" presetSubtype="0" fill="hold" grpId="1" nodeType="clickEffect">
                                  <p:stCondLst>
                                    <p:cond delay="0"/>
                                  </p:stCondLst>
                                  <p:childTnLst>
                                    <p:set>
                                      <p:cBhvr>
                                        <p:cTn id="16" dur="1" fill="hold">
                                          <p:stCondLst>
                                            <p:cond delay="0"/>
                                          </p:stCondLst>
                                        </p:cTn>
                                        <p:tgtEl>
                                          <p:spTgt spid="30"/>
                                        </p:tgtEl>
                                        <p:attrNameLst>
                                          <p:attrName>style.visibility</p:attrName>
                                        </p:attrNameLst>
                                      </p:cBhvr>
                                      <p:to>
                                        <p:strVal val="hidden"/>
                                      </p:to>
                                    </p:set>
                                  </p:childTnLst>
                                </p:cTn>
                              </p:par>
                              <p:par>
                                <p:cTn id="17" presetID="22" presetClass="entr" presetSubtype="8" fill="hold" grpId="0" nodeType="withEffect">
                                  <p:stCondLst>
                                    <p:cond delay="0"/>
                                  </p:stCondLst>
                                  <p:childTnLst>
                                    <p:set>
                                      <p:cBhvr>
                                        <p:cTn id="18" dur="1" fill="hold">
                                          <p:stCondLst>
                                            <p:cond delay="0"/>
                                          </p:stCondLst>
                                        </p:cTn>
                                        <p:tgtEl>
                                          <p:spTgt spid="32"/>
                                        </p:tgtEl>
                                        <p:attrNameLst>
                                          <p:attrName>style.visibility</p:attrName>
                                        </p:attrNameLst>
                                      </p:cBhvr>
                                      <p:to>
                                        <p:strVal val="visible"/>
                                      </p:to>
                                    </p:set>
                                    <p:animEffect transition="in" filter="wipe(left)">
                                      <p:cBhvr>
                                        <p:cTn id="19" dur="500"/>
                                        <p:tgtEl>
                                          <p:spTgt spid="32"/>
                                        </p:tgtEl>
                                      </p:cBhvr>
                                    </p:animEffect>
                                  </p:childTnLst>
                                </p:cTn>
                              </p:par>
                            </p:childTnLst>
                          </p:cTn>
                        </p:par>
                      </p:childTnLst>
                    </p:cTn>
                  </p:par>
                  <p:par>
                    <p:cTn id="20" fill="hold">
                      <p:stCondLst>
                        <p:cond delay="indefinite"/>
                      </p:stCondLst>
                      <p:childTnLst>
                        <p:par>
                          <p:cTn id="21" fill="hold">
                            <p:stCondLst>
                              <p:cond delay="0"/>
                            </p:stCondLst>
                            <p:childTnLst>
                              <p:par>
                                <p:cTn id="22" presetID="1" presetClass="exit" presetSubtype="0" fill="hold" grpId="1" nodeType="clickEffect">
                                  <p:stCondLst>
                                    <p:cond delay="0"/>
                                  </p:stCondLst>
                                  <p:childTnLst>
                                    <p:set>
                                      <p:cBhvr>
                                        <p:cTn id="23" dur="1" fill="hold">
                                          <p:stCondLst>
                                            <p:cond delay="0"/>
                                          </p:stCondLst>
                                        </p:cTn>
                                        <p:tgtEl>
                                          <p:spTgt spid="32"/>
                                        </p:tgtEl>
                                        <p:attrNameLst>
                                          <p:attrName>style.visibility</p:attrName>
                                        </p:attrNameLst>
                                      </p:cBhvr>
                                      <p:to>
                                        <p:strVal val="hidden"/>
                                      </p:to>
                                    </p:set>
                                  </p:childTnLst>
                                </p:cTn>
                              </p:par>
                              <p:par>
                                <p:cTn id="24" presetID="22" presetClass="entr" presetSubtype="8" fill="hold" grpId="0" nodeType="withEffect">
                                  <p:stCondLst>
                                    <p:cond delay="0"/>
                                  </p:stCondLst>
                                  <p:childTnLst>
                                    <p:set>
                                      <p:cBhvr>
                                        <p:cTn id="25" dur="1" fill="hold">
                                          <p:stCondLst>
                                            <p:cond delay="0"/>
                                          </p:stCondLst>
                                        </p:cTn>
                                        <p:tgtEl>
                                          <p:spTgt spid="34"/>
                                        </p:tgtEl>
                                        <p:attrNameLst>
                                          <p:attrName>style.visibility</p:attrName>
                                        </p:attrNameLst>
                                      </p:cBhvr>
                                      <p:to>
                                        <p:strVal val="visible"/>
                                      </p:to>
                                    </p:set>
                                    <p:animEffect transition="in" filter="wipe(left)">
                                      <p:cBhvr>
                                        <p:cTn id="26" dur="500"/>
                                        <p:tgtEl>
                                          <p:spTgt spid="34"/>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xit" presetSubtype="0" fill="hold" grpId="1" nodeType="clickEffect">
                                  <p:stCondLst>
                                    <p:cond delay="0"/>
                                  </p:stCondLst>
                                  <p:childTnLst>
                                    <p:set>
                                      <p:cBhvr>
                                        <p:cTn id="30" dur="1" fill="hold">
                                          <p:stCondLst>
                                            <p:cond delay="0"/>
                                          </p:stCondLst>
                                        </p:cTn>
                                        <p:tgtEl>
                                          <p:spTgt spid="34"/>
                                        </p:tgtEl>
                                        <p:attrNameLst>
                                          <p:attrName>style.visibility</p:attrName>
                                        </p:attrNameLst>
                                      </p:cBhvr>
                                      <p:to>
                                        <p:strVal val="hidden"/>
                                      </p:to>
                                    </p:set>
                                  </p:childTnLst>
                                </p:cTn>
                              </p:par>
                              <p:par>
                                <p:cTn id="31" presetID="22" presetClass="entr" presetSubtype="8" fill="hold" grpId="0" nodeType="withEffect">
                                  <p:stCondLst>
                                    <p:cond delay="0"/>
                                  </p:stCondLst>
                                  <p:childTnLst>
                                    <p:set>
                                      <p:cBhvr>
                                        <p:cTn id="32" dur="1" fill="hold">
                                          <p:stCondLst>
                                            <p:cond delay="0"/>
                                          </p:stCondLst>
                                        </p:cTn>
                                        <p:tgtEl>
                                          <p:spTgt spid="36"/>
                                        </p:tgtEl>
                                        <p:attrNameLst>
                                          <p:attrName>style.visibility</p:attrName>
                                        </p:attrNameLst>
                                      </p:cBhvr>
                                      <p:to>
                                        <p:strVal val="visible"/>
                                      </p:to>
                                    </p:set>
                                    <p:animEffect transition="in" filter="wipe(left)">
                                      <p:cBhvr>
                                        <p:cTn id="33" dur="500"/>
                                        <p:tgtEl>
                                          <p:spTgt spid="36"/>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38"/>
                                        </p:tgtEl>
                                        <p:attrNameLst>
                                          <p:attrName>style.visibility</p:attrName>
                                        </p:attrNameLst>
                                      </p:cBhvr>
                                      <p:to>
                                        <p:strVal val="visible"/>
                                      </p:to>
                                    </p:set>
                                    <p:animEffect transition="in" filter="wipe(left)">
                                      <p:cBhvr>
                                        <p:cTn id="38" dur="500"/>
                                        <p:tgtEl>
                                          <p:spTgt spid="38"/>
                                        </p:tgtEl>
                                      </p:cBhvr>
                                    </p:animEffect>
                                  </p:childTnLst>
                                </p:cTn>
                              </p:par>
                            </p:childTnLst>
                          </p:cTn>
                        </p:par>
                      </p:childTnLst>
                    </p:cTn>
                  </p:par>
                  <p:par>
                    <p:cTn id="39" fill="hold">
                      <p:stCondLst>
                        <p:cond delay="indefinite"/>
                      </p:stCondLst>
                      <p:childTnLst>
                        <p:par>
                          <p:cTn id="40" fill="hold">
                            <p:stCondLst>
                              <p:cond delay="0"/>
                            </p:stCondLst>
                            <p:childTnLst>
                              <p:par>
                                <p:cTn id="41" presetID="1" presetClass="exit" presetSubtype="0" fill="hold" grpId="1" nodeType="clickEffect">
                                  <p:stCondLst>
                                    <p:cond delay="0"/>
                                  </p:stCondLst>
                                  <p:childTnLst>
                                    <p:set>
                                      <p:cBhvr>
                                        <p:cTn id="42" dur="1" fill="hold">
                                          <p:stCondLst>
                                            <p:cond delay="0"/>
                                          </p:stCondLst>
                                        </p:cTn>
                                        <p:tgtEl>
                                          <p:spTgt spid="36"/>
                                        </p:tgtEl>
                                        <p:attrNameLst>
                                          <p:attrName>style.visibility</p:attrName>
                                        </p:attrNameLst>
                                      </p:cBhvr>
                                      <p:to>
                                        <p:strVal val="hidden"/>
                                      </p:to>
                                    </p:set>
                                  </p:childTnLst>
                                </p:cTn>
                              </p:par>
                              <p:par>
                                <p:cTn id="43" presetID="1" presetClass="exit" presetSubtype="0" fill="hold" grpId="1" nodeType="withEffect">
                                  <p:stCondLst>
                                    <p:cond delay="0"/>
                                  </p:stCondLst>
                                  <p:childTnLst>
                                    <p:set>
                                      <p:cBhvr>
                                        <p:cTn id="44" dur="1" fill="hold">
                                          <p:stCondLst>
                                            <p:cond delay="0"/>
                                          </p:stCondLst>
                                        </p:cTn>
                                        <p:tgtEl>
                                          <p:spTgt spid="38"/>
                                        </p:tgtEl>
                                        <p:attrNameLst>
                                          <p:attrName>style.visibility</p:attrName>
                                        </p:attrNameLst>
                                      </p:cBhvr>
                                      <p:to>
                                        <p:strVal val="hidden"/>
                                      </p:to>
                                    </p:set>
                                  </p:childTnLst>
                                </p:cTn>
                              </p:par>
                              <p:par>
                                <p:cTn id="45" presetID="22" presetClass="entr" presetSubtype="8" fill="hold" grpId="0" nodeType="withEffect">
                                  <p:stCondLst>
                                    <p:cond delay="0"/>
                                  </p:stCondLst>
                                  <p:childTnLst>
                                    <p:set>
                                      <p:cBhvr>
                                        <p:cTn id="46" dur="1" fill="hold">
                                          <p:stCondLst>
                                            <p:cond delay="0"/>
                                          </p:stCondLst>
                                        </p:cTn>
                                        <p:tgtEl>
                                          <p:spTgt spid="40"/>
                                        </p:tgtEl>
                                        <p:attrNameLst>
                                          <p:attrName>style.visibility</p:attrName>
                                        </p:attrNameLst>
                                      </p:cBhvr>
                                      <p:to>
                                        <p:strVal val="visible"/>
                                      </p:to>
                                    </p:set>
                                    <p:animEffect transition="in" filter="wipe(left)">
                                      <p:cBhvr>
                                        <p:cTn id="47" dur="500"/>
                                        <p:tgtEl>
                                          <p:spTgt spid="40"/>
                                        </p:tgtEl>
                                      </p:cBhvr>
                                    </p:animEffect>
                                  </p:childTnLst>
                                </p:cTn>
                              </p:par>
                            </p:childTnLst>
                          </p:cTn>
                        </p:par>
                      </p:childTnLst>
                    </p:cTn>
                  </p:par>
                  <p:par>
                    <p:cTn id="48" fill="hold">
                      <p:stCondLst>
                        <p:cond delay="indefinite"/>
                      </p:stCondLst>
                      <p:childTnLst>
                        <p:par>
                          <p:cTn id="49" fill="hold">
                            <p:stCondLst>
                              <p:cond delay="0"/>
                            </p:stCondLst>
                            <p:childTnLst>
                              <p:par>
                                <p:cTn id="50" presetID="1" presetClass="exit" presetSubtype="0" fill="hold" grpId="1" nodeType="clickEffect">
                                  <p:stCondLst>
                                    <p:cond delay="0"/>
                                  </p:stCondLst>
                                  <p:childTnLst>
                                    <p:set>
                                      <p:cBhvr>
                                        <p:cTn id="51" dur="1" fill="hold">
                                          <p:stCondLst>
                                            <p:cond delay="0"/>
                                          </p:stCondLst>
                                        </p:cTn>
                                        <p:tgtEl>
                                          <p:spTgt spid="40"/>
                                        </p:tgtEl>
                                        <p:attrNameLst>
                                          <p:attrName>style.visibility</p:attrName>
                                        </p:attrNameLst>
                                      </p:cBhvr>
                                      <p:to>
                                        <p:strVal val="hidden"/>
                                      </p:to>
                                    </p:set>
                                  </p:childTnLst>
                                </p:cTn>
                              </p:par>
                              <p:par>
                                <p:cTn id="52" presetID="22" presetClass="entr" presetSubtype="8" fill="hold" grpId="0" nodeType="withEffect">
                                  <p:stCondLst>
                                    <p:cond delay="0"/>
                                  </p:stCondLst>
                                  <p:childTnLst>
                                    <p:set>
                                      <p:cBhvr>
                                        <p:cTn id="53" dur="1" fill="hold">
                                          <p:stCondLst>
                                            <p:cond delay="0"/>
                                          </p:stCondLst>
                                        </p:cTn>
                                        <p:tgtEl>
                                          <p:spTgt spid="42"/>
                                        </p:tgtEl>
                                        <p:attrNameLst>
                                          <p:attrName>style.visibility</p:attrName>
                                        </p:attrNameLst>
                                      </p:cBhvr>
                                      <p:to>
                                        <p:strVal val="visible"/>
                                      </p:to>
                                    </p:set>
                                    <p:animEffect transition="in" filter="wipe(left)">
                                      <p:cBhvr>
                                        <p:cTn id="54" dur="500"/>
                                        <p:tgtEl>
                                          <p:spTgt spid="42"/>
                                        </p:tgtEl>
                                      </p:cBhvr>
                                    </p:animEffect>
                                  </p:childTnLst>
                                </p:cTn>
                              </p:par>
                            </p:childTnLst>
                          </p:cTn>
                        </p:par>
                      </p:childTnLst>
                    </p:cTn>
                  </p:par>
                  <p:par>
                    <p:cTn id="55" fill="hold">
                      <p:stCondLst>
                        <p:cond delay="indefinite"/>
                      </p:stCondLst>
                      <p:childTnLst>
                        <p:par>
                          <p:cTn id="56" fill="hold">
                            <p:stCondLst>
                              <p:cond delay="0"/>
                            </p:stCondLst>
                            <p:childTnLst>
                              <p:par>
                                <p:cTn id="57" presetID="1" presetClass="exit" presetSubtype="0" fill="hold" grpId="1" nodeType="clickEffect">
                                  <p:stCondLst>
                                    <p:cond delay="0"/>
                                  </p:stCondLst>
                                  <p:childTnLst>
                                    <p:set>
                                      <p:cBhvr>
                                        <p:cTn id="58" dur="1" fill="hold">
                                          <p:stCondLst>
                                            <p:cond delay="0"/>
                                          </p:stCondLst>
                                        </p:cTn>
                                        <p:tgtEl>
                                          <p:spTgt spid="42"/>
                                        </p:tgtEl>
                                        <p:attrNameLst>
                                          <p:attrName>style.visibility</p:attrName>
                                        </p:attrNameLst>
                                      </p:cBhvr>
                                      <p:to>
                                        <p:strVal val="hidden"/>
                                      </p:to>
                                    </p:set>
                                  </p:childTnLst>
                                </p:cTn>
                              </p:par>
                              <p:par>
                                <p:cTn id="59" presetID="22" presetClass="entr" presetSubtype="8" fill="hold" grpId="0" nodeType="withEffect">
                                  <p:stCondLst>
                                    <p:cond delay="0"/>
                                  </p:stCondLst>
                                  <p:childTnLst>
                                    <p:set>
                                      <p:cBhvr>
                                        <p:cTn id="60" dur="1" fill="hold">
                                          <p:stCondLst>
                                            <p:cond delay="0"/>
                                          </p:stCondLst>
                                        </p:cTn>
                                        <p:tgtEl>
                                          <p:spTgt spid="44"/>
                                        </p:tgtEl>
                                        <p:attrNameLst>
                                          <p:attrName>style.visibility</p:attrName>
                                        </p:attrNameLst>
                                      </p:cBhvr>
                                      <p:to>
                                        <p:strVal val="visible"/>
                                      </p:to>
                                    </p:set>
                                    <p:animEffect transition="in" filter="wipe(left)">
                                      <p:cBhvr>
                                        <p:cTn id="61" dur="500"/>
                                        <p:tgtEl>
                                          <p:spTgt spid="44"/>
                                        </p:tgtEl>
                                      </p:cBhvr>
                                    </p:animEffect>
                                  </p:childTnLst>
                                </p:cTn>
                              </p:par>
                            </p:childTnLst>
                          </p:cTn>
                        </p:par>
                      </p:childTnLst>
                    </p:cTn>
                  </p:par>
                  <p:par>
                    <p:cTn id="62" fill="hold">
                      <p:stCondLst>
                        <p:cond delay="indefinite"/>
                      </p:stCondLst>
                      <p:childTnLst>
                        <p:par>
                          <p:cTn id="63" fill="hold">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48"/>
                                        </p:tgtEl>
                                        <p:attrNameLst>
                                          <p:attrName>style.visibility</p:attrName>
                                        </p:attrNameLst>
                                      </p:cBhvr>
                                      <p:to>
                                        <p:strVal val="visible"/>
                                      </p:to>
                                    </p:set>
                                    <p:animEffect transition="in" filter="wipe(left)">
                                      <p:cBhvr>
                                        <p:cTn id="66" dur="500"/>
                                        <p:tgtEl>
                                          <p:spTgt spid="48"/>
                                        </p:tgtEl>
                                      </p:cBhvr>
                                    </p:animEffect>
                                  </p:childTnLst>
                                </p:cTn>
                              </p:par>
                            </p:childTnLst>
                          </p:cTn>
                        </p:par>
                      </p:childTnLst>
                    </p:cTn>
                  </p:par>
                  <p:par>
                    <p:cTn id="67" fill="hold">
                      <p:stCondLst>
                        <p:cond delay="indefinite"/>
                      </p:stCondLst>
                      <p:childTnLst>
                        <p:par>
                          <p:cTn id="68" fill="hold">
                            <p:stCondLst>
                              <p:cond delay="0"/>
                            </p:stCondLst>
                            <p:childTnLst>
                              <p:par>
                                <p:cTn id="69" presetID="22" presetClass="entr" presetSubtype="8" fill="hold" grpId="0" nodeType="clickEffect">
                                  <p:stCondLst>
                                    <p:cond delay="0"/>
                                  </p:stCondLst>
                                  <p:childTnLst>
                                    <p:set>
                                      <p:cBhvr>
                                        <p:cTn id="70" dur="1" fill="hold">
                                          <p:stCondLst>
                                            <p:cond delay="0"/>
                                          </p:stCondLst>
                                        </p:cTn>
                                        <p:tgtEl>
                                          <p:spTgt spid="46"/>
                                        </p:tgtEl>
                                        <p:attrNameLst>
                                          <p:attrName>style.visibility</p:attrName>
                                        </p:attrNameLst>
                                      </p:cBhvr>
                                      <p:to>
                                        <p:strVal val="visible"/>
                                      </p:to>
                                    </p:set>
                                    <p:animEffect transition="in" filter="wipe(left)">
                                      <p:cBhvr>
                                        <p:cTn id="71" dur="500"/>
                                        <p:tgtEl>
                                          <p:spTgt spid="46"/>
                                        </p:tgtEl>
                                      </p:cBhvr>
                                    </p:animEffect>
                                  </p:childTnLst>
                                </p:cTn>
                              </p:par>
                            </p:childTnLst>
                          </p:cTn>
                        </p:par>
                      </p:childTnLst>
                    </p:cTn>
                  </p:par>
                  <p:par>
                    <p:cTn id="72" fill="hold">
                      <p:stCondLst>
                        <p:cond delay="indefinite"/>
                      </p:stCondLst>
                      <p:childTnLst>
                        <p:par>
                          <p:cTn id="73" fill="hold">
                            <p:stCondLst>
                              <p:cond delay="0"/>
                            </p:stCondLst>
                            <p:childTnLst>
                              <p:par>
                                <p:cTn id="74" presetID="1" presetClass="exit" presetSubtype="0" fill="hold" grpId="1" nodeType="clickEffect">
                                  <p:stCondLst>
                                    <p:cond delay="0"/>
                                  </p:stCondLst>
                                  <p:childTnLst>
                                    <p:set>
                                      <p:cBhvr>
                                        <p:cTn id="75" dur="1" fill="hold">
                                          <p:stCondLst>
                                            <p:cond delay="0"/>
                                          </p:stCondLst>
                                        </p:cTn>
                                        <p:tgtEl>
                                          <p:spTgt spid="44"/>
                                        </p:tgtEl>
                                        <p:attrNameLst>
                                          <p:attrName>style.visibility</p:attrName>
                                        </p:attrNameLst>
                                      </p:cBhvr>
                                      <p:to>
                                        <p:strVal val="hidden"/>
                                      </p:to>
                                    </p:set>
                                  </p:childTnLst>
                                </p:cTn>
                              </p:par>
                              <p:par>
                                <p:cTn id="76" presetID="1" presetClass="exit" presetSubtype="0" fill="hold" grpId="1" nodeType="withEffect">
                                  <p:stCondLst>
                                    <p:cond delay="0"/>
                                  </p:stCondLst>
                                  <p:childTnLst>
                                    <p:set>
                                      <p:cBhvr>
                                        <p:cTn id="77" dur="1" fill="hold">
                                          <p:stCondLst>
                                            <p:cond delay="0"/>
                                          </p:stCondLst>
                                        </p:cTn>
                                        <p:tgtEl>
                                          <p:spTgt spid="48"/>
                                        </p:tgtEl>
                                        <p:attrNameLst>
                                          <p:attrName>style.visibility</p:attrName>
                                        </p:attrNameLst>
                                      </p:cBhvr>
                                      <p:to>
                                        <p:strVal val="hidden"/>
                                      </p:to>
                                    </p:set>
                                  </p:childTnLst>
                                </p:cTn>
                              </p:par>
                              <p:par>
                                <p:cTn id="78" presetID="1" presetClass="exit" presetSubtype="0" fill="hold" grpId="1" nodeType="withEffect">
                                  <p:stCondLst>
                                    <p:cond delay="0"/>
                                  </p:stCondLst>
                                  <p:childTnLst>
                                    <p:set>
                                      <p:cBhvr>
                                        <p:cTn id="79" dur="1" fill="hold">
                                          <p:stCondLst>
                                            <p:cond delay="0"/>
                                          </p:stCondLst>
                                        </p:cTn>
                                        <p:tgtEl>
                                          <p:spTgt spid="46"/>
                                        </p:tgtEl>
                                        <p:attrNameLst>
                                          <p:attrName>style.visibility</p:attrName>
                                        </p:attrNameLst>
                                      </p:cBhvr>
                                      <p:to>
                                        <p:strVal val="hidden"/>
                                      </p:to>
                                    </p:set>
                                  </p:childTnLst>
                                </p:cTn>
                              </p:par>
                            </p:childTnLst>
                          </p:cTn>
                        </p:par>
                      </p:childTnLst>
                    </p:cTn>
                  </p:par>
                  <p:par>
                    <p:cTn id="80" fill="hold">
                      <p:stCondLst>
                        <p:cond delay="indefinite"/>
                      </p:stCondLst>
                      <p:childTnLst>
                        <p:par>
                          <p:cTn id="81" fill="hold">
                            <p:stCondLst>
                              <p:cond delay="0"/>
                            </p:stCondLst>
                            <p:childTnLst>
                              <p:par>
                                <p:cTn id="82" presetID="22" presetClass="entr" presetSubtype="1" fill="hold" grpId="0" nodeType="clickEffect">
                                  <p:stCondLst>
                                    <p:cond delay="0"/>
                                  </p:stCondLst>
                                  <p:childTnLst>
                                    <p:set>
                                      <p:cBhvr>
                                        <p:cTn id="83" dur="1" fill="hold">
                                          <p:stCondLst>
                                            <p:cond delay="0"/>
                                          </p:stCondLst>
                                        </p:cTn>
                                        <p:tgtEl>
                                          <p:spTgt spid="66"/>
                                        </p:tgtEl>
                                        <p:attrNameLst>
                                          <p:attrName>style.visibility</p:attrName>
                                        </p:attrNameLst>
                                      </p:cBhvr>
                                      <p:to>
                                        <p:strVal val="visible"/>
                                      </p:to>
                                    </p:set>
                                    <p:animEffect transition="in" filter="wipe(up)">
                                      <p:cBhvr>
                                        <p:cTn id="84" dur="1000"/>
                                        <p:tgtEl>
                                          <p:spTgt spid="66"/>
                                        </p:tgtEl>
                                      </p:cBhvr>
                                    </p:animEffect>
                                  </p:childTnLst>
                                </p:cTn>
                              </p:par>
                            </p:childTnLst>
                          </p:cTn>
                        </p:par>
                      </p:childTnLst>
                    </p:cTn>
                  </p:par>
                  <p:par>
                    <p:cTn id="85" fill="hold">
                      <p:stCondLst>
                        <p:cond delay="indefinite"/>
                      </p:stCondLst>
                      <p:childTnLst>
                        <p:par>
                          <p:cTn id="86" fill="hold">
                            <p:stCondLst>
                              <p:cond delay="0"/>
                            </p:stCondLst>
                            <p:childTnLst>
                              <p:par>
                                <p:cTn id="87" presetID="22" presetClass="entr" presetSubtype="1" fill="hold" grpId="0" nodeType="clickEffect">
                                  <p:stCondLst>
                                    <p:cond delay="0"/>
                                  </p:stCondLst>
                                  <p:childTnLst>
                                    <p:set>
                                      <p:cBhvr>
                                        <p:cTn id="88" dur="1" fill="hold">
                                          <p:stCondLst>
                                            <p:cond delay="0"/>
                                          </p:stCondLst>
                                        </p:cTn>
                                        <p:tgtEl>
                                          <p:spTgt spid="50"/>
                                        </p:tgtEl>
                                        <p:attrNameLst>
                                          <p:attrName>style.visibility</p:attrName>
                                        </p:attrNameLst>
                                      </p:cBhvr>
                                      <p:to>
                                        <p:strVal val="visible"/>
                                      </p:to>
                                    </p:set>
                                    <p:animEffect transition="in" filter="wipe(up)">
                                      <p:cBhvr>
                                        <p:cTn id="89" dur="500"/>
                                        <p:tgtEl>
                                          <p:spTgt spid="50"/>
                                        </p:tgtEl>
                                      </p:cBhvr>
                                    </p:animEffect>
                                  </p:childTnLst>
                                </p:cTn>
                              </p:par>
                            </p:childTnLst>
                          </p:cTn>
                        </p:par>
                      </p:childTnLst>
                    </p:cTn>
                  </p:par>
                  <p:par>
                    <p:cTn id="90" fill="hold">
                      <p:stCondLst>
                        <p:cond delay="indefinite"/>
                      </p:stCondLst>
                      <p:childTnLst>
                        <p:par>
                          <p:cTn id="91" fill="hold">
                            <p:stCondLst>
                              <p:cond delay="0"/>
                            </p:stCondLst>
                            <p:childTnLst>
                              <p:par>
                                <p:cTn id="92" presetID="1" presetClass="exit" presetSubtype="0" fill="hold" grpId="1" nodeType="clickEffect">
                                  <p:stCondLst>
                                    <p:cond delay="0"/>
                                  </p:stCondLst>
                                  <p:childTnLst>
                                    <p:set>
                                      <p:cBhvr>
                                        <p:cTn id="93" dur="1" fill="hold">
                                          <p:stCondLst>
                                            <p:cond delay="0"/>
                                          </p:stCondLst>
                                        </p:cTn>
                                        <p:tgtEl>
                                          <p:spTgt spid="50"/>
                                        </p:tgtEl>
                                        <p:attrNameLst>
                                          <p:attrName>style.visibility</p:attrName>
                                        </p:attrNameLst>
                                      </p:cBhvr>
                                      <p:to>
                                        <p:strVal val="hidden"/>
                                      </p:to>
                                    </p:set>
                                  </p:childTnLst>
                                </p:cTn>
                              </p:par>
                            </p:childTnLst>
                          </p:cTn>
                        </p:par>
                      </p:childTnLst>
                    </p:cTn>
                  </p:par>
                  <p:par>
                    <p:cTn id="94" fill="hold">
                      <p:stCondLst>
                        <p:cond delay="indefinite"/>
                      </p:stCondLst>
                      <p:childTnLst>
                        <p:par>
                          <p:cTn id="95" fill="hold">
                            <p:stCondLst>
                              <p:cond delay="0"/>
                            </p:stCondLst>
                            <p:childTnLst>
                              <p:par>
                                <p:cTn id="96" presetID="22" presetClass="entr" presetSubtype="1" fill="hold" grpId="0" nodeType="clickEffect">
                                  <p:stCondLst>
                                    <p:cond delay="0"/>
                                  </p:stCondLst>
                                  <p:childTnLst>
                                    <p:set>
                                      <p:cBhvr>
                                        <p:cTn id="97" dur="1" fill="hold">
                                          <p:stCondLst>
                                            <p:cond delay="0"/>
                                          </p:stCondLst>
                                        </p:cTn>
                                        <p:tgtEl>
                                          <p:spTgt spid="68"/>
                                        </p:tgtEl>
                                        <p:attrNameLst>
                                          <p:attrName>style.visibility</p:attrName>
                                        </p:attrNameLst>
                                      </p:cBhvr>
                                      <p:to>
                                        <p:strVal val="visible"/>
                                      </p:to>
                                    </p:set>
                                    <p:animEffect transition="in" filter="wipe(up)">
                                      <p:cBhvr>
                                        <p:cTn id="98" dur="1000"/>
                                        <p:tgtEl>
                                          <p:spTgt spid="68"/>
                                        </p:tgtEl>
                                      </p:cBhvr>
                                    </p:animEffect>
                                  </p:childTnLst>
                                </p:cTn>
                              </p:par>
                            </p:childTnLst>
                          </p:cTn>
                        </p:par>
                      </p:childTnLst>
                    </p:cTn>
                  </p:par>
                  <p:par>
                    <p:cTn id="99" fill="hold">
                      <p:stCondLst>
                        <p:cond delay="indefinite"/>
                      </p:stCondLst>
                      <p:childTnLst>
                        <p:par>
                          <p:cTn id="100" fill="hold">
                            <p:stCondLst>
                              <p:cond delay="0"/>
                            </p:stCondLst>
                            <p:childTnLst>
                              <p:par>
                                <p:cTn id="101" presetID="22" presetClass="entr" presetSubtype="1" fill="hold" grpId="0" nodeType="clickEffect">
                                  <p:stCondLst>
                                    <p:cond delay="0"/>
                                  </p:stCondLst>
                                  <p:childTnLst>
                                    <p:set>
                                      <p:cBhvr>
                                        <p:cTn id="102" dur="1" fill="hold">
                                          <p:stCondLst>
                                            <p:cond delay="0"/>
                                          </p:stCondLst>
                                        </p:cTn>
                                        <p:tgtEl>
                                          <p:spTgt spid="51"/>
                                        </p:tgtEl>
                                        <p:attrNameLst>
                                          <p:attrName>style.visibility</p:attrName>
                                        </p:attrNameLst>
                                      </p:cBhvr>
                                      <p:to>
                                        <p:strVal val="visible"/>
                                      </p:to>
                                    </p:set>
                                    <p:animEffect transition="in" filter="wipe(up)">
                                      <p:cBhvr>
                                        <p:cTn id="103" dur="500"/>
                                        <p:tgtEl>
                                          <p:spTgt spid="51"/>
                                        </p:tgtEl>
                                      </p:cBhvr>
                                    </p:animEffect>
                                  </p:childTnLst>
                                </p:cTn>
                              </p:par>
                            </p:childTnLst>
                          </p:cTn>
                        </p:par>
                      </p:childTnLst>
                    </p:cTn>
                  </p:par>
                  <p:par>
                    <p:cTn id="104" fill="hold">
                      <p:stCondLst>
                        <p:cond delay="indefinite"/>
                      </p:stCondLst>
                      <p:childTnLst>
                        <p:par>
                          <p:cTn id="105" fill="hold">
                            <p:stCondLst>
                              <p:cond delay="0"/>
                            </p:stCondLst>
                            <p:childTnLst>
                              <p:par>
                                <p:cTn id="106" presetID="1" presetClass="exit" presetSubtype="0" fill="hold" grpId="1" nodeType="clickEffect">
                                  <p:stCondLst>
                                    <p:cond delay="0"/>
                                  </p:stCondLst>
                                  <p:childTnLst>
                                    <p:set>
                                      <p:cBhvr>
                                        <p:cTn id="107" dur="1" fill="hold">
                                          <p:stCondLst>
                                            <p:cond delay="0"/>
                                          </p:stCondLst>
                                        </p:cTn>
                                        <p:tgtEl>
                                          <p:spTgt spid="51"/>
                                        </p:tgtEl>
                                        <p:attrNameLst>
                                          <p:attrName>style.visibility</p:attrName>
                                        </p:attrNameLst>
                                      </p:cBhvr>
                                      <p:to>
                                        <p:strVal val="hidden"/>
                                      </p:to>
                                    </p:set>
                                  </p:childTnLst>
                                </p:cTn>
                              </p:par>
                              <p:par>
                                <p:cTn id="108" presetID="22" presetClass="entr" presetSubtype="1" fill="hold" grpId="0" nodeType="withEffect">
                                  <p:stCondLst>
                                    <p:cond delay="0"/>
                                  </p:stCondLst>
                                  <p:childTnLst>
                                    <p:set>
                                      <p:cBhvr>
                                        <p:cTn id="109" dur="1" fill="hold">
                                          <p:stCondLst>
                                            <p:cond delay="0"/>
                                          </p:stCondLst>
                                        </p:cTn>
                                        <p:tgtEl>
                                          <p:spTgt spid="52"/>
                                        </p:tgtEl>
                                        <p:attrNameLst>
                                          <p:attrName>style.visibility</p:attrName>
                                        </p:attrNameLst>
                                      </p:cBhvr>
                                      <p:to>
                                        <p:strVal val="visible"/>
                                      </p:to>
                                    </p:set>
                                    <p:animEffect transition="in" filter="wipe(up)">
                                      <p:cBhvr>
                                        <p:cTn id="110" dur="500"/>
                                        <p:tgtEl>
                                          <p:spTgt spid="52"/>
                                        </p:tgtEl>
                                      </p:cBhvr>
                                    </p:animEffect>
                                  </p:childTnLst>
                                </p:cTn>
                              </p:par>
                            </p:childTnLst>
                          </p:cTn>
                        </p:par>
                      </p:childTnLst>
                    </p:cTn>
                  </p:par>
                  <p:par>
                    <p:cTn id="111" fill="hold">
                      <p:stCondLst>
                        <p:cond delay="indefinite"/>
                      </p:stCondLst>
                      <p:childTnLst>
                        <p:par>
                          <p:cTn id="112" fill="hold">
                            <p:stCondLst>
                              <p:cond delay="0"/>
                            </p:stCondLst>
                            <p:childTnLst>
                              <p:par>
                                <p:cTn id="113" presetID="1" presetClass="exit" presetSubtype="0" fill="hold" grpId="1" nodeType="clickEffect">
                                  <p:stCondLst>
                                    <p:cond delay="0"/>
                                  </p:stCondLst>
                                  <p:childTnLst>
                                    <p:set>
                                      <p:cBhvr>
                                        <p:cTn id="114" dur="1" fill="hold">
                                          <p:stCondLst>
                                            <p:cond delay="0"/>
                                          </p:stCondLst>
                                        </p:cTn>
                                        <p:tgtEl>
                                          <p:spTgt spid="52"/>
                                        </p:tgtEl>
                                        <p:attrNameLst>
                                          <p:attrName>style.visibility</p:attrName>
                                        </p:attrNameLst>
                                      </p:cBhvr>
                                      <p:to>
                                        <p:strVal val="hidden"/>
                                      </p:to>
                                    </p:set>
                                  </p:childTnLst>
                                </p:cTn>
                              </p:par>
                              <p:par>
                                <p:cTn id="115" presetID="22" presetClass="entr" presetSubtype="1" fill="hold" grpId="0" nodeType="withEffect">
                                  <p:stCondLst>
                                    <p:cond delay="0"/>
                                  </p:stCondLst>
                                  <p:childTnLst>
                                    <p:set>
                                      <p:cBhvr>
                                        <p:cTn id="116" dur="1" fill="hold">
                                          <p:stCondLst>
                                            <p:cond delay="0"/>
                                          </p:stCondLst>
                                        </p:cTn>
                                        <p:tgtEl>
                                          <p:spTgt spid="53"/>
                                        </p:tgtEl>
                                        <p:attrNameLst>
                                          <p:attrName>style.visibility</p:attrName>
                                        </p:attrNameLst>
                                      </p:cBhvr>
                                      <p:to>
                                        <p:strVal val="visible"/>
                                      </p:to>
                                    </p:set>
                                    <p:animEffect transition="in" filter="wipe(up)">
                                      <p:cBhvr>
                                        <p:cTn id="117" dur="500"/>
                                        <p:tgtEl>
                                          <p:spTgt spid="53"/>
                                        </p:tgtEl>
                                      </p:cBhvr>
                                    </p:animEffect>
                                  </p:childTnLst>
                                </p:cTn>
                              </p:par>
                            </p:childTnLst>
                          </p:cTn>
                        </p:par>
                      </p:childTnLst>
                    </p:cTn>
                  </p:par>
                  <p:par>
                    <p:cTn id="118" fill="hold">
                      <p:stCondLst>
                        <p:cond delay="indefinite"/>
                      </p:stCondLst>
                      <p:childTnLst>
                        <p:par>
                          <p:cTn id="119" fill="hold">
                            <p:stCondLst>
                              <p:cond delay="0"/>
                            </p:stCondLst>
                            <p:childTnLst>
                              <p:par>
                                <p:cTn id="120" presetID="22" presetClass="entr" presetSubtype="8" fill="hold" grpId="0" nodeType="clickEffect">
                                  <p:stCondLst>
                                    <p:cond delay="0"/>
                                  </p:stCondLst>
                                  <p:childTnLst>
                                    <p:set>
                                      <p:cBhvr>
                                        <p:cTn id="121" dur="1" fill="hold">
                                          <p:stCondLst>
                                            <p:cond delay="0"/>
                                          </p:stCondLst>
                                        </p:cTn>
                                        <p:tgtEl>
                                          <p:spTgt spid="54"/>
                                        </p:tgtEl>
                                        <p:attrNameLst>
                                          <p:attrName>style.visibility</p:attrName>
                                        </p:attrNameLst>
                                      </p:cBhvr>
                                      <p:to>
                                        <p:strVal val="visible"/>
                                      </p:to>
                                    </p:set>
                                    <p:animEffect transition="in" filter="wipe(left)">
                                      <p:cBhvr>
                                        <p:cTn id="122" dur="500"/>
                                        <p:tgtEl>
                                          <p:spTgt spid="54"/>
                                        </p:tgtEl>
                                      </p:cBhvr>
                                    </p:animEffect>
                                  </p:childTnLst>
                                </p:cTn>
                              </p:par>
                              <p:par>
                                <p:cTn id="123" presetID="22" presetClass="entr" presetSubtype="8" fill="hold" grpId="0" nodeType="withEffect">
                                  <p:stCondLst>
                                    <p:cond delay="0"/>
                                  </p:stCondLst>
                                  <p:childTnLst>
                                    <p:set>
                                      <p:cBhvr>
                                        <p:cTn id="124" dur="1" fill="hold">
                                          <p:stCondLst>
                                            <p:cond delay="0"/>
                                          </p:stCondLst>
                                        </p:cTn>
                                        <p:tgtEl>
                                          <p:spTgt spid="55"/>
                                        </p:tgtEl>
                                        <p:attrNameLst>
                                          <p:attrName>style.visibility</p:attrName>
                                        </p:attrNameLst>
                                      </p:cBhvr>
                                      <p:to>
                                        <p:strVal val="visible"/>
                                      </p:to>
                                    </p:set>
                                    <p:animEffect transition="in" filter="wipe(left)">
                                      <p:cBhvr>
                                        <p:cTn id="125" dur="500"/>
                                        <p:tgtEl>
                                          <p:spTgt spid="5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P spid="30" grpId="1" animBg="1"/>
      <p:bldP spid="32" grpId="0" animBg="1"/>
      <p:bldP spid="32" grpId="1" animBg="1"/>
      <p:bldP spid="34" grpId="0" animBg="1"/>
      <p:bldP spid="34" grpId="1" animBg="1"/>
      <p:bldP spid="36" grpId="0" animBg="1"/>
      <p:bldP spid="36" grpId="1" animBg="1"/>
      <p:bldP spid="38" grpId="0" animBg="1"/>
      <p:bldP spid="38" grpId="1" animBg="1"/>
      <p:bldP spid="40" grpId="0" animBg="1"/>
      <p:bldP spid="40" grpId="1" animBg="1"/>
      <p:bldP spid="42" grpId="0" animBg="1"/>
      <p:bldP spid="42" grpId="1" animBg="1"/>
      <p:bldP spid="44" grpId="0" animBg="1"/>
      <p:bldP spid="44" grpId="1" animBg="1"/>
      <p:bldP spid="46" grpId="0" animBg="1"/>
      <p:bldP spid="46" grpId="1" animBg="1"/>
      <p:bldP spid="48" grpId="0" animBg="1"/>
      <p:bldP spid="48" grpId="1" animBg="1"/>
      <p:bldP spid="50" grpId="0" animBg="1"/>
      <p:bldP spid="50" grpId="1" animBg="1"/>
      <p:bldP spid="51" grpId="0" animBg="1"/>
      <p:bldP spid="51" grpId="1" animBg="1"/>
      <p:bldP spid="52" grpId="0" animBg="1"/>
      <p:bldP spid="52" grpId="1" animBg="1"/>
      <p:bldP spid="53" grpId="0" animBg="1"/>
      <p:bldP spid="54" grpId="0" animBg="1"/>
      <p:bldP spid="55" grpId="0" animBg="1"/>
      <p:bldP spid="56" grpId="0"/>
      <p:bldP spid="66" grpId="0"/>
      <p:bldP spid="68" grpId="0"/>
    </p:bld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a:extLst>
            <a:ext uri="{FF2B5EF4-FFF2-40B4-BE49-F238E27FC236}">
              <a16:creationId xmlns:a16="http://schemas.microsoft.com/office/drawing/2014/main" id="{126F9634-F1B4-A454-90E8-F683346FC3C1}"/>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6A8585A2-48BF-BF6C-0190-8000A8A13439}"/>
              </a:ext>
            </a:extLst>
          </p:cNvPr>
          <p:cNvSpPr/>
          <p:nvPr/>
        </p:nvSpPr>
        <p:spPr>
          <a:xfrm>
            <a:off x="1059781" y="937725"/>
            <a:ext cx="9991087" cy="391783"/>
          </a:xfrm>
          <a:prstGeom prst="rect">
            <a:avLst/>
          </a:prstGeom>
          <a:noFill/>
          <a:ln/>
        </p:spPr>
        <p:txBody>
          <a:bodyPr wrap="square" lIns="25400" tIns="25400" rIns="25400" bIns="25400" rtlCol="0" anchor="t">
            <a:normAutofit/>
          </a:bodyPr>
          <a:lstStyle/>
          <a:p>
            <a:pPr marL="0" indent="0" algn="l">
              <a:buNone/>
            </a:pPr>
            <a:r>
              <a:rPr lang="en-US" sz="2100" kern="0" spc="462" dirty="0">
                <a:solidFill>
                  <a:srgbClr val="6B3FA8"/>
                </a:solidFill>
                <a:latin typeface="JetBrains Mono" pitchFamily="34" charset="0"/>
                <a:ea typeface="JetBrains Mono" pitchFamily="34" charset="-122"/>
                <a:cs typeface="JetBrains Mono" pitchFamily="34" charset="-120"/>
              </a:rPr>
              <a:t>APARTADO 2.2</a:t>
            </a:r>
            <a:endParaRPr lang="en-US" sz="2100" dirty="0"/>
          </a:p>
        </p:txBody>
      </p:sp>
      <p:sp>
        <p:nvSpPr>
          <p:cNvPr id="3" name="Text 1">
            <a:extLst>
              <a:ext uri="{FF2B5EF4-FFF2-40B4-BE49-F238E27FC236}">
                <a16:creationId xmlns:a16="http://schemas.microsoft.com/office/drawing/2014/main" id="{C47B7EEF-3D86-6F8F-E7B5-10BC01A6514A}"/>
              </a:ext>
            </a:extLst>
          </p:cNvPr>
          <p:cNvSpPr/>
          <p:nvPr/>
        </p:nvSpPr>
        <p:spPr>
          <a:xfrm>
            <a:off x="2609698" y="1295166"/>
            <a:ext cx="11640871" cy="704032"/>
          </a:xfrm>
          <a:prstGeom prst="rect">
            <a:avLst/>
          </a:prstGeom>
          <a:noFill/>
          <a:ln/>
        </p:spPr>
        <p:txBody>
          <a:bodyPr wrap="none" lIns="25400" tIns="25400" rIns="25400" bIns="25400" rtlCol="0" anchor="t">
            <a:noAutofit/>
          </a:bodyPr>
          <a:lstStyle/>
          <a:p>
            <a:pPr marL="0" indent="0" algn="ctr">
              <a:buNone/>
            </a:pPr>
            <a:r>
              <a:rPr lang="en-US" sz="5700" b="1" kern="0" spc="-114" dirty="0">
                <a:solidFill>
                  <a:srgbClr val="211E2B"/>
                </a:solidFill>
                <a:latin typeface="Outfit" pitchFamily="34" charset="0"/>
              </a:rPr>
              <a:t>Regla de </a:t>
            </a:r>
            <a:r>
              <a:rPr lang="en-US" sz="5700" b="1" kern="0" spc="-114" dirty="0" err="1">
                <a:solidFill>
                  <a:srgbClr val="211E2B"/>
                </a:solidFill>
                <a:latin typeface="Outfit" pitchFamily="34" charset="0"/>
              </a:rPr>
              <a:t>negocio</a:t>
            </a:r>
            <a:r>
              <a:rPr lang="en-US" sz="5700" b="1" kern="0" spc="-114" dirty="0">
                <a:solidFill>
                  <a:srgbClr val="211E2B"/>
                </a:solidFill>
                <a:latin typeface="Outfit" pitchFamily="34" charset="0"/>
              </a:rPr>
              <a:t> </a:t>
            </a:r>
            <a:r>
              <a:rPr lang="en-US" sz="5700" b="1" kern="0" spc="-114" dirty="0" err="1">
                <a:solidFill>
                  <a:srgbClr val="211E2B"/>
                </a:solidFill>
                <a:latin typeface="Outfit" pitchFamily="34" charset="0"/>
              </a:rPr>
              <a:t>que</a:t>
            </a:r>
            <a:r>
              <a:rPr lang="en-US" sz="5700" b="1" kern="0" spc="-114" dirty="0">
                <a:solidFill>
                  <a:srgbClr val="211E2B"/>
                </a:solidFill>
                <a:latin typeface="Outfit" pitchFamily="34" charset="0"/>
              </a:rPr>
              <a:t> </a:t>
            </a:r>
            <a:r>
              <a:rPr lang="en-US" sz="5700" b="1" kern="0" spc="-114" dirty="0" err="1">
                <a:solidFill>
                  <a:srgbClr val="211E2B"/>
                </a:solidFill>
                <a:latin typeface="Outfit" pitchFamily="34" charset="0"/>
              </a:rPr>
              <a:t>vamos</a:t>
            </a:r>
            <a:r>
              <a:rPr lang="en-US" sz="5700" b="1" kern="0" spc="-114" dirty="0">
                <a:solidFill>
                  <a:srgbClr val="211E2B"/>
                </a:solidFill>
                <a:latin typeface="Outfit" pitchFamily="34" charset="0"/>
              </a:rPr>
              <a:t> a </a:t>
            </a:r>
            <a:r>
              <a:rPr lang="en-US" sz="5700" b="1" kern="0" spc="-114" dirty="0" err="1">
                <a:solidFill>
                  <a:srgbClr val="211E2B"/>
                </a:solidFill>
                <a:latin typeface="Outfit" pitchFamily="34" charset="0"/>
              </a:rPr>
              <a:t>validar</a:t>
            </a:r>
            <a:endParaRPr lang="en-US" sz="5700" dirty="0"/>
          </a:p>
        </p:txBody>
      </p:sp>
      <p:sp>
        <p:nvSpPr>
          <p:cNvPr id="13" name="Text 10">
            <a:extLst>
              <a:ext uri="{FF2B5EF4-FFF2-40B4-BE49-F238E27FC236}">
                <a16:creationId xmlns:a16="http://schemas.microsoft.com/office/drawing/2014/main" id="{98845440-F9E4-F74E-B803-E5FF8B491579}"/>
              </a:ext>
            </a:extLst>
          </p:cNvPr>
          <p:cNvSpPr/>
          <p:nvPr/>
        </p:nvSpPr>
        <p:spPr>
          <a:xfrm>
            <a:off x="1047705" y="9171362"/>
            <a:ext cx="17811848" cy="391783"/>
          </a:xfrm>
          <a:prstGeom prst="rect">
            <a:avLst/>
          </a:prstGeom>
          <a:noFill/>
          <a:ln/>
        </p:spPr>
        <p:txBody>
          <a:bodyPr wrap="square" lIns="25400" tIns="25400" rIns="25400" bIns="25400" rtlCol="0" anchor="t">
            <a:normAutofit/>
          </a:bodyPr>
          <a:lstStyle/>
          <a:p>
            <a:pPr marL="0" indent="0" algn="l">
              <a:buNone/>
            </a:pPr>
            <a:r>
              <a:rPr lang="en-US" sz="2100" dirty="0">
                <a:solidFill>
                  <a:srgbClr val="6B6577"/>
                </a:solidFill>
                <a:latin typeface="JetBrains Mono" pitchFamily="34" charset="0"/>
                <a:ea typeface="JetBrains Mono" pitchFamily="34" charset="-122"/>
                <a:cs typeface="JetBrains Mono" pitchFamily="34" charset="-120"/>
              </a:rPr>
              <a:t>#techenelpueblo · #somoscomunidad · #ppwclm · #madridejos</a:t>
            </a:r>
            <a:endParaRPr lang="en-US" sz="2100" dirty="0"/>
          </a:p>
        </p:txBody>
      </p:sp>
      <p:pic>
        <p:nvPicPr>
          <p:cNvPr id="15" name="Image 0" descr="preencoded.png">
            <a:extLst>
              <a:ext uri="{FF2B5EF4-FFF2-40B4-BE49-F238E27FC236}">
                <a16:creationId xmlns:a16="http://schemas.microsoft.com/office/drawing/2014/main" id="{B147C971-7423-5A36-B588-3E1A1F2E1A59}"/>
              </a:ext>
            </a:extLst>
          </p:cNvPr>
          <p:cNvPicPr>
            <a:picLocks noChangeAspect="1"/>
          </p:cNvPicPr>
          <p:nvPr/>
        </p:nvPicPr>
        <p:blipFill>
          <a:blip r:embed="rId3">
            <a:alphaModFix amt="85000"/>
          </a:blip>
          <a:stretch>
            <a:fillRect/>
          </a:stretch>
        </p:blipFill>
        <p:spPr>
          <a:xfrm>
            <a:off x="16192590" y="952410"/>
            <a:ext cx="1047705" cy="1047705"/>
          </a:xfrm>
          <a:prstGeom prst="rect">
            <a:avLst/>
          </a:prstGeom>
        </p:spPr>
      </p:pic>
      <p:pic>
        <p:nvPicPr>
          <p:cNvPr id="6" name="Imagen 5">
            <a:extLst>
              <a:ext uri="{FF2B5EF4-FFF2-40B4-BE49-F238E27FC236}">
                <a16:creationId xmlns:a16="http://schemas.microsoft.com/office/drawing/2014/main" id="{AA717F7B-6035-1570-4CD2-841DE4C7DC8C}"/>
              </a:ext>
            </a:extLst>
          </p:cNvPr>
          <p:cNvPicPr>
            <a:picLocks noChangeAspect="1"/>
          </p:cNvPicPr>
          <p:nvPr/>
        </p:nvPicPr>
        <p:blipFill>
          <a:blip r:embed="rId4"/>
          <a:srcRect l="2798" t="18197" r="2350" b="9488"/>
          <a:stretch>
            <a:fillRect/>
          </a:stretch>
        </p:blipFill>
        <p:spPr>
          <a:xfrm>
            <a:off x="1187355" y="2356638"/>
            <a:ext cx="15449266" cy="6336986"/>
          </a:xfrm>
          <a:prstGeom prst="rect">
            <a:avLst/>
          </a:prstGeom>
        </p:spPr>
      </p:pic>
    </p:spTree>
    <p:extLst>
      <p:ext uri="{BB962C8B-B14F-4D97-AF65-F5344CB8AC3E}">
        <p14:creationId xmlns:p14="http://schemas.microsoft.com/office/powerpoint/2010/main" val="129493135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a:extLst>
            <a:ext uri="{FF2B5EF4-FFF2-40B4-BE49-F238E27FC236}">
              <a16:creationId xmlns:a16="http://schemas.microsoft.com/office/drawing/2014/main" id="{203D2260-53DA-317F-B563-A61B4A97080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AE474218-4DFA-6D40-4F3A-AB217AD57FEC}"/>
              </a:ext>
            </a:extLst>
          </p:cNvPr>
          <p:cNvSpPr/>
          <p:nvPr/>
        </p:nvSpPr>
        <p:spPr>
          <a:xfrm>
            <a:off x="1059781" y="937725"/>
            <a:ext cx="9991087" cy="391783"/>
          </a:xfrm>
          <a:prstGeom prst="rect">
            <a:avLst/>
          </a:prstGeom>
          <a:noFill/>
          <a:ln/>
        </p:spPr>
        <p:txBody>
          <a:bodyPr wrap="square" lIns="25400" tIns="25400" rIns="25400" bIns="25400" rtlCol="0" anchor="t">
            <a:normAutofit/>
          </a:bodyPr>
          <a:lstStyle/>
          <a:p>
            <a:pPr marL="0" indent="0" algn="l">
              <a:buNone/>
            </a:pPr>
            <a:r>
              <a:rPr lang="en-US" sz="2100" kern="0" spc="462" dirty="0">
                <a:solidFill>
                  <a:srgbClr val="6B3FA8"/>
                </a:solidFill>
                <a:latin typeface="JetBrains Mono" pitchFamily="34" charset="0"/>
                <a:ea typeface="JetBrains Mono" pitchFamily="34" charset="-122"/>
                <a:cs typeface="JetBrains Mono" pitchFamily="34" charset="-120"/>
              </a:rPr>
              <a:t>APARTADO 2.2</a:t>
            </a:r>
            <a:endParaRPr lang="en-US" sz="2100" dirty="0"/>
          </a:p>
        </p:txBody>
      </p:sp>
      <p:sp>
        <p:nvSpPr>
          <p:cNvPr id="3" name="Text 1">
            <a:extLst>
              <a:ext uri="{FF2B5EF4-FFF2-40B4-BE49-F238E27FC236}">
                <a16:creationId xmlns:a16="http://schemas.microsoft.com/office/drawing/2014/main" id="{B731DED5-705A-0868-60F1-BB633762D9F7}"/>
              </a:ext>
            </a:extLst>
          </p:cNvPr>
          <p:cNvSpPr/>
          <p:nvPr/>
        </p:nvSpPr>
        <p:spPr>
          <a:xfrm>
            <a:off x="2862919" y="1422533"/>
            <a:ext cx="11640871" cy="704032"/>
          </a:xfrm>
          <a:prstGeom prst="rect">
            <a:avLst/>
          </a:prstGeom>
          <a:noFill/>
          <a:ln/>
        </p:spPr>
        <p:txBody>
          <a:bodyPr wrap="none" lIns="25400" tIns="25400" rIns="25400" bIns="25400" rtlCol="0" anchor="t">
            <a:noAutofit/>
          </a:bodyPr>
          <a:lstStyle/>
          <a:p>
            <a:pPr marL="0" indent="0" algn="ctr">
              <a:buNone/>
            </a:pPr>
            <a:r>
              <a:rPr lang="en-US" sz="5700" b="1" kern="0" spc="-114" dirty="0">
                <a:solidFill>
                  <a:srgbClr val="211E2B"/>
                </a:solidFill>
                <a:latin typeface="Outfit" pitchFamily="34" charset="0"/>
                <a:ea typeface="Outfit" pitchFamily="34" charset="-122"/>
              </a:rPr>
              <a:t>El </a:t>
            </a:r>
            <a:r>
              <a:rPr lang="en-US" sz="5700" b="1" kern="0" spc="-114" dirty="0" err="1">
                <a:solidFill>
                  <a:srgbClr val="211E2B"/>
                </a:solidFill>
                <a:latin typeface="Outfit" pitchFamily="34" charset="0"/>
                <a:ea typeface="Outfit" pitchFamily="34" charset="-122"/>
              </a:rPr>
              <a:t>dia</a:t>
            </a:r>
            <a:r>
              <a:rPr lang="en-US" sz="5700" b="1" kern="0" spc="-114" dirty="0">
                <a:solidFill>
                  <a:srgbClr val="211E2B"/>
                </a:solidFill>
                <a:latin typeface="Outfit" pitchFamily="34" charset="0"/>
                <a:ea typeface="Outfit" pitchFamily="34" charset="-122"/>
              </a:rPr>
              <a:t> </a:t>
            </a:r>
            <a:r>
              <a:rPr lang="en-US" sz="5700" b="1" kern="0" spc="-114" dirty="0" err="1">
                <a:solidFill>
                  <a:srgbClr val="211E2B"/>
                </a:solidFill>
                <a:latin typeface="Outfit" pitchFamily="34" charset="0"/>
                <a:ea typeface="Outfit" pitchFamily="34" charset="-122"/>
              </a:rPr>
              <a:t>ancla</a:t>
            </a:r>
            <a:r>
              <a:rPr lang="en-US" sz="5700" b="1" kern="0" spc="-114" dirty="0">
                <a:solidFill>
                  <a:srgbClr val="211E2B"/>
                </a:solidFill>
                <a:latin typeface="Outfit" pitchFamily="34" charset="0"/>
                <a:ea typeface="Outfit" pitchFamily="34" charset="-122"/>
              </a:rPr>
              <a:t> </a:t>
            </a:r>
            <a:r>
              <a:rPr lang="en-US" sz="5700" b="1" kern="0" spc="-114" dirty="0" err="1">
                <a:solidFill>
                  <a:srgbClr val="211E2B"/>
                </a:solidFill>
                <a:latin typeface="Outfit" pitchFamily="34" charset="0"/>
                <a:ea typeface="Outfit" pitchFamily="34" charset="-122"/>
              </a:rPr>
              <a:t>fija</a:t>
            </a:r>
            <a:r>
              <a:rPr lang="en-US" sz="5700" b="1" kern="0" spc="-114" dirty="0">
                <a:solidFill>
                  <a:srgbClr val="211E2B"/>
                </a:solidFill>
                <a:latin typeface="Outfit" pitchFamily="34" charset="0"/>
                <a:ea typeface="Outfit" pitchFamily="34" charset="-122"/>
              </a:rPr>
              <a:t> el </a:t>
            </a:r>
            <a:r>
              <a:rPr lang="en-US" sz="5700" b="1" kern="0" spc="-114" dirty="0" err="1">
                <a:solidFill>
                  <a:srgbClr val="211E2B"/>
                </a:solidFill>
                <a:latin typeface="Outfit" pitchFamily="34" charset="0"/>
                <a:ea typeface="Outfit" pitchFamily="34" charset="-122"/>
              </a:rPr>
              <a:t>calendario</a:t>
            </a:r>
            <a:r>
              <a:rPr lang="en-US" sz="5700" b="1" kern="0" spc="-114" dirty="0">
                <a:solidFill>
                  <a:srgbClr val="211E2B"/>
                </a:solidFill>
                <a:latin typeface="Outfit" pitchFamily="34" charset="0"/>
                <a:ea typeface="Outfit" pitchFamily="34" charset="-122"/>
              </a:rPr>
              <a:t> de </a:t>
            </a:r>
            <a:r>
              <a:rPr lang="en-US" sz="5700" b="1" kern="0" spc="-114" dirty="0" err="1">
                <a:solidFill>
                  <a:srgbClr val="211E2B"/>
                </a:solidFill>
                <a:latin typeface="Outfit" pitchFamily="34" charset="0"/>
                <a:ea typeface="Outfit" pitchFamily="34" charset="-122"/>
              </a:rPr>
              <a:t>facturación</a:t>
            </a:r>
            <a:endParaRPr lang="en-US" sz="5700" dirty="0"/>
          </a:p>
        </p:txBody>
      </p:sp>
      <p:sp>
        <p:nvSpPr>
          <p:cNvPr id="13" name="Text 10">
            <a:extLst>
              <a:ext uri="{FF2B5EF4-FFF2-40B4-BE49-F238E27FC236}">
                <a16:creationId xmlns:a16="http://schemas.microsoft.com/office/drawing/2014/main" id="{4E4C0680-1FFD-E88F-09B7-E4C9B85E8A6F}"/>
              </a:ext>
            </a:extLst>
          </p:cNvPr>
          <p:cNvSpPr/>
          <p:nvPr/>
        </p:nvSpPr>
        <p:spPr>
          <a:xfrm>
            <a:off x="1047705" y="9171362"/>
            <a:ext cx="17811848" cy="391783"/>
          </a:xfrm>
          <a:prstGeom prst="rect">
            <a:avLst/>
          </a:prstGeom>
          <a:noFill/>
          <a:ln/>
        </p:spPr>
        <p:txBody>
          <a:bodyPr wrap="square" lIns="25400" tIns="25400" rIns="25400" bIns="25400" rtlCol="0" anchor="t">
            <a:normAutofit/>
          </a:bodyPr>
          <a:lstStyle/>
          <a:p>
            <a:pPr marL="0" indent="0" algn="l">
              <a:buNone/>
            </a:pPr>
            <a:r>
              <a:rPr lang="en-US" sz="2100" dirty="0">
                <a:solidFill>
                  <a:srgbClr val="6B6577"/>
                </a:solidFill>
                <a:latin typeface="JetBrains Mono" pitchFamily="34" charset="0"/>
                <a:ea typeface="JetBrains Mono" pitchFamily="34" charset="-122"/>
                <a:cs typeface="JetBrains Mono" pitchFamily="34" charset="-120"/>
              </a:rPr>
              <a:t>#techenelpueblo · #somoscomunidad · #ppwclm · #madridejos</a:t>
            </a:r>
            <a:endParaRPr lang="en-US" sz="2100" dirty="0"/>
          </a:p>
        </p:txBody>
      </p:sp>
      <p:pic>
        <p:nvPicPr>
          <p:cNvPr id="15" name="Image 0" descr="preencoded.png">
            <a:extLst>
              <a:ext uri="{FF2B5EF4-FFF2-40B4-BE49-F238E27FC236}">
                <a16:creationId xmlns:a16="http://schemas.microsoft.com/office/drawing/2014/main" id="{53FBF08F-A124-C3D9-9479-4A17764E39B5}"/>
              </a:ext>
            </a:extLst>
          </p:cNvPr>
          <p:cNvPicPr>
            <a:picLocks noChangeAspect="1"/>
          </p:cNvPicPr>
          <p:nvPr/>
        </p:nvPicPr>
        <p:blipFill>
          <a:blip r:embed="rId3">
            <a:alphaModFix amt="85000"/>
          </a:blip>
          <a:stretch>
            <a:fillRect/>
          </a:stretch>
        </p:blipFill>
        <p:spPr>
          <a:xfrm>
            <a:off x="16192590" y="952410"/>
            <a:ext cx="1047705" cy="1047705"/>
          </a:xfrm>
          <a:prstGeom prst="rect">
            <a:avLst/>
          </a:prstGeom>
        </p:spPr>
      </p:pic>
      <p:pic>
        <p:nvPicPr>
          <p:cNvPr id="5" name="Imagen 4">
            <a:extLst>
              <a:ext uri="{FF2B5EF4-FFF2-40B4-BE49-F238E27FC236}">
                <a16:creationId xmlns:a16="http://schemas.microsoft.com/office/drawing/2014/main" id="{45A99B9E-2859-E0F3-2CDC-B8F24381678E}"/>
              </a:ext>
            </a:extLst>
          </p:cNvPr>
          <p:cNvPicPr>
            <a:picLocks noChangeAspect="1"/>
          </p:cNvPicPr>
          <p:nvPr/>
        </p:nvPicPr>
        <p:blipFill>
          <a:blip r:embed="rId4"/>
          <a:srcRect l="8938" t="19432" r="8249" b="28758"/>
          <a:stretch>
            <a:fillRect/>
          </a:stretch>
        </p:blipFill>
        <p:spPr>
          <a:xfrm>
            <a:off x="1347956" y="2920620"/>
            <a:ext cx="15144885" cy="5329861"/>
          </a:xfrm>
          <a:prstGeom prst="rect">
            <a:avLst/>
          </a:prstGeom>
        </p:spPr>
      </p:pic>
    </p:spTree>
    <p:extLst>
      <p:ext uri="{BB962C8B-B14F-4D97-AF65-F5344CB8AC3E}">
        <p14:creationId xmlns:p14="http://schemas.microsoft.com/office/powerpoint/2010/main" val="425389641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a:extLst>
            <a:ext uri="{FF2B5EF4-FFF2-40B4-BE49-F238E27FC236}">
              <a16:creationId xmlns:a16="http://schemas.microsoft.com/office/drawing/2014/main" id="{AE958867-AC1D-B294-93FC-04851694A169}"/>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D245913-E323-1DF3-680B-031916D01379}"/>
              </a:ext>
            </a:extLst>
          </p:cNvPr>
          <p:cNvSpPr/>
          <p:nvPr/>
        </p:nvSpPr>
        <p:spPr>
          <a:xfrm>
            <a:off x="1059781" y="937725"/>
            <a:ext cx="9991087" cy="391783"/>
          </a:xfrm>
          <a:prstGeom prst="rect">
            <a:avLst/>
          </a:prstGeom>
          <a:noFill/>
          <a:ln/>
        </p:spPr>
        <p:txBody>
          <a:bodyPr wrap="square" lIns="25400" tIns="25400" rIns="25400" bIns="25400" rtlCol="0" anchor="t">
            <a:normAutofit/>
          </a:bodyPr>
          <a:lstStyle/>
          <a:p>
            <a:pPr marL="0" indent="0" algn="l">
              <a:buNone/>
            </a:pPr>
            <a:r>
              <a:rPr lang="en-US" sz="2100" kern="0" spc="462" dirty="0">
                <a:solidFill>
                  <a:srgbClr val="6B3FA8"/>
                </a:solidFill>
                <a:latin typeface="JetBrains Mono" pitchFamily="34" charset="0"/>
                <a:ea typeface="JetBrains Mono" pitchFamily="34" charset="-122"/>
                <a:cs typeface="JetBrains Mono" pitchFamily="34" charset="-120"/>
              </a:rPr>
              <a:t>APARTADO 2.3</a:t>
            </a:r>
            <a:endParaRPr lang="en-US" sz="2100" dirty="0"/>
          </a:p>
        </p:txBody>
      </p:sp>
      <p:sp>
        <p:nvSpPr>
          <p:cNvPr id="3" name="Text 1">
            <a:extLst>
              <a:ext uri="{FF2B5EF4-FFF2-40B4-BE49-F238E27FC236}">
                <a16:creationId xmlns:a16="http://schemas.microsoft.com/office/drawing/2014/main" id="{EB339951-4DE0-1184-36A5-DFBE3CF92245}"/>
              </a:ext>
            </a:extLst>
          </p:cNvPr>
          <p:cNvSpPr/>
          <p:nvPr/>
        </p:nvSpPr>
        <p:spPr>
          <a:xfrm>
            <a:off x="1047705" y="1476262"/>
            <a:ext cx="15381026" cy="682581"/>
          </a:xfrm>
          <a:prstGeom prst="rect">
            <a:avLst/>
          </a:prstGeom>
          <a:noFill/>
          <a:ln/>
        </p:spPr>
        <p:txBody>
          <a:bodyPr wrap="square" lIns="25400" tIns="25400" rIns="25400" bIns="25400" rtlCol="0" anchor="t">
            <a:noAutofit/>
          </a:bodyPr>
          <a:lstStyle/>
          <a:p>
            <a:pPr marL="0" indent="0" algn="ctr">
              <a:buNone/>
            </a:pPr>
            <a:r>
              <a:rPr lang="en-US" sz="5400" b="1" kern="0" spc="-114" dirty="0" err="1">
                <a:solidFill>
                  <a:srgbClr val="211E2B"/>
                </a:solidFill>
                <a:latin typeface="Outfit" pitchFamily="34" charset="0"/>
              </a:rPr>
              <a:t>Tipos</a:t>
            </a:r>
            <a:r>
              <a:rPr lang="en-US" sz="5400" b="1" kern="0" spc="-114" dirty="0">
                <a:solidFill>
                  <a:srgbClr val="211E2B"/>
                </a:solidFill>
                <a:latin typeface="Outfit" pitchFamily="34" charset="0"/>
              </a:rPr>
              <a:t> de </a:t>
            </a:r>
            <a:r>
              <a:rPr lang="en-US" sz="5400" b="1" kern="0" spc="-114" dirty="0" err="1">
                <a:solidFill>
                  <a:srgbClr val="211E2B"/>
                </a:solidFill>
                <a:latin typeface="Outfit" pitchFamily="34" charset="0"/>
              </a:rPr>
              <a:t>casos</a:t>
            </a:r>
            <a:r>
              <a:rPr lang="en-US" sz="5400" b="1" kern="0" spc="-114" dirty="0">
                <a:solidFill>
                  <a:srgbClr val="211E2B"/>
                </a:solidFill>
                <a:latin typeface="Outfit" pitchFamily="34" charset="0"/>
              </a:rPr>
              <a:t> </a:t>
            </a:r>
            <a:r>
              <a:rPr lang="en-US" sz="5400" b="1" kern="0" spc="-114" dirty="0" err="1">
                <a:solidFill>
                  <a:srgbClr val="211E2B"/>
                </a:solidFill>
                <a:latin typeface="Outfit" pitchFamily="34" charset="0"/>
              </a:rPr>
              <a:t>en</a:t>
            </a:r>
            <a:r>
              <a:rPr lang="en-US" sz="5400" b="1" kern="0" spc="-114" dirty="0">
                <a:solidFill>
                  <a:srgbClr val="211E2B"/>
                </a:solidFill>
                <a:latin typeface="Outfit" pitchFamily="34" charset="0"/>
              </a:rPr>
              <a:t> la </a:t>
            </a:r>
            <a:r>
              <a:rPr lang="en-US" sz="5400" b="1" kern="0" spc="-114" dirty="0" err="1">
                <a:solidFill>
                  <a:srgbClr val="211E2B"/>
                </a:solidFill>
                <a:latin typeface="Outfit" pitchFamily="34" charset="0"/>
              </a:rPr>
              <a:t>fecha</a:t>
            </a:r>
            <a:r>
              <a:rPr lang="en-US" sz="5400" b="1" kern="0" spc="-114" dirty="0">
                <a:solidFill>
                  <a:srgbClr val="211E2B"/>
                </a:solidFill>
                <a:latin typeface="Outfit" pitchFamily="34" charset="0"/>
              </a:rPr>
              <a:t> de </a:t>
            </a:r>
            <a:r>
              <a:rPr lang="en-US" sz="5400" b="1" kern="0" spc="-114" dirty="0" err="1">
                <a:solidFill>
                  <a:srgbClr val="211E2B"/>
                </a:solidFill>
                <a:latin typeface="Outfit" pitchFamily="34" charset="0"/>
              </a:rPr>
              <a:t>abandono</a:t>
            </a:r>
            <a:r>
              <a:rPr lang="en-US" sz="5400" b="1" kern="0" spc="-114" dirty="0">
                <a:solidFill>
                  <a:srgbClr val="211E2B"/>
                </a:solidFill>
                <a:latin typeface="Outfit" pitchFamily="34" charset="0"/>
              </a:rPr>
              <a:t> de </a:t>
            </a:r>
            <a:r>
              <a:rPr lang="en-US" sz="5400" b="1" kern="0" spc="-114" dirty="0" err="1">
                <a:solidFill>
                  <a:srgbClr val="211E2B"/>
                </a:solidFill>
                <a:latin typeface="Outfit" pitchFamily="34" charset="0"/>
              </a:rPr>
              <a:t>pago</a:t>
            </a:r>
            <a:endParaRPr lang="en-US" sz="5400" dirty="0"/>
          </a:p>
        </p:txBody>
      </p:sp>
      <p:sp>
        <p:nvSpPr>
          <p:cNvPr id="13" name="Text 10">
            <a:extLst>
              <a:ext uri="{FF2B5EF4-FFF2-40B4-BE49-F238E27FC236}">
                <a16:creationId xmlns:a16="http://schemas.microsoft.com/office/drawing/2014/main" id="{7A189739-B606-A7E9-E550-58F27E43F66C}"/>
              </a:ext>
            </a:extLst>
          </p:cNvPr>
          <p:cNvSpPr/>
          <p:nvPr/>
        </p:nvSpPr>
        <p:spPr>
          <a:xfrm>
            <a:off x="1047705" y="9171362"/>
            <a:ext cx="17811848" cy="391783"/>
          </a:xfrm>
          <a:prstGeom prst="rect">
            <a:avLst/>
          </a:prstGeom>
          <a:noFill/>
          <a:ln/>
        </p:spPr>
        <p:txBody>
          <a:bodyPr wrap="square" lIns="25400" tIns="25400" rIns="25400" bIns="25400" rtlCol="0" anchor="t">
            <a:normAutofit/>
          </a:bodyPr>
          <a:lstStyle/>
          <a:p>
            <a:pPr marL="0" indent="0" algn="l">
              <a:buNone/>
            </a:pPr>
            <a:r>
              <a:rPr lang="en-US" sz="2100" dirty="0">
                <a:solidFill>
                  <a:srgbClr val="6B6577"/>
                </a:solidFill>
                <a:latin typeface="JetBrains Mono" pitchFamily="34" charset="0"/>
                <a:ea typeface="JetBrains Mono" pitchFamily="34" charset="-122"/>
                <a:cs typeface="JetBrains Mono" pitchFamily="34" charset="-120"/>
              </a:rPr>
              <a:t>#techenelpueblo · #somoscomunidad · #ppwclm · #madridejos</a:t>
            </a:r>
            <a:endParaRPr lang="en-US" sz="2100" dirty="0"/>
          </a:p>
        </p:txBody>
      </p:sp>
      <p:pic>
        <p:nvPicPr>
          <p:cNvPr id="15" name="Image 0" descr="preencoded.png">
            <a:extLst>
              <a:ext uri="{FF2B5EF4-FFF2-40B4-BE49-F238E27FC236}">
                <a16:creationId xmlns:a16="http://schemas.microsoft.com/office/drawing/2014/main" id="{D340784A-B1A9-E1DC-393A-2FDCB70AA8DE}"/>
              </a:ext>
            </a:extLst>
          </p:cNvPr>
          <p:cNvPicPr>
            <a:picLocks noChangeAspect="1"/>
          </p:cNvPicPr>
          <p:nvPr/>
        </p:nvPicPr>
        <p:blipFill>
          <a:blip r:embed="rId3">
            <a:alphaModFix amt="85000"/>
          </a:blip>
          <a:stretch>
            <a:fillRect/>
          </a:stretch>
        </p:blipFill>
        <p:spPr>
          <a:xfrm>
            <a:off x="16192590" y="952410"/>
            <a:ext cx="1047705" cy="1047705"/>
          </a:xfrm>
          <a:prstGeom prst="rect">
            <a:avLst/>
          </a:prstGeom>
        </p:spPr>
      </p:pic>
      <p:pic>
        <p:nvPicPr>
          <p:cNvPr id="5" name="Imagen 4">
            <a:extLst>
              <a:ext uri="{FF2B5EF4-FFF2-40B4-BE49-F238E27FC236}">
                <a16:creationId xmlns:a16="http://schemas.microsoft.com/office/drawing/2014/main" id="{98B74387-9642-5FC3-F98E-04DC2C677387}"/>
              </a:ext>
            </a:extLst>
          </p:cNvPr>
          <p:cNvPicPr>
            <a:picLocks noChangeAspect="1"/>
          </p:cNvPicPr>
          <p:nvPr/>
        </p:nvPicPr>
        <p:blipFill>
          <a:blip r:embed="rId4"/>
          <a:srcRect l="3411" t="19654" r="3329" b="12019"/>
          <a:stretch>
            <a:fillRect/>
          </a:stretch>
        </p:blipFill>
        <p:spPr>
          <a:xfrm>
            <a:off x="1159103" y="2722747"/>
            <a:ext cx="14658652" cy="5778008"/>
          </a:xfrm>
          <a:prstGeom prst="rect">
            <a:avLst/>
          </a:prstGeom>
        </p:spPr>
      </p:pic>
    </p:spTree>
    <p:extLst>
      <p:ext uri="{BB962C8B-B14F-4D97-AF65-F5344CB8AC3E}">
        <p14:creationId xmlns:p14="http://schemas.microsoft.com/office/powerpoint/2010/main" val="4351285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6B3FA8"/>
        </a:solidFill>
        <a:effectLst/>
      </p:bgPr>
    </p:bg>
    <p:spTree>
      <p:nvGrpSpPr>
        <p:cNvPr id="1" name="">
          <a:extLst>
            <a:ext uri="{FF2B5EF4-FFF2-40B4-BE49-F238E27FC236}">
              <a16:creationId xmlns:a16="http://schemas.microsoft.com/office/drawing/2014/main" id="{13BE07A6-3742-04C3-9280-A0C3D1301B63}"/>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31D087C5-B0AB-22C3-100D-667BB4669E44}"/>
              </a:ext>
            </a:extLst>
          </p:cNvPr>
          <p:cNvPicPr>
            <a:picLocks noChangeAspect="1"/>
          </p:cNvPicPr>
          <p:nvPr/>
        </p:nvPicPr>
        <p:blipFill>
          <a:blip r:embed="rId3">
            <a:alphaModFix amt="14000"/>
          </a:blip>
          <a:stretch>
            <a:fillRect/>
          </a:stretch>
        </p:blipFill>
        <p:spPr>
          <a:xfrm>
            <a:off x="11901269" y="4183140"/>
            <a:ext cx="6751274" cy="6751274"/>
          </a:xfrm>
          <a:prstGeom prst="rect">
            <a:avLst/>
          </a:prstGeom>
        </p:spPr>
      </p:pic>
      <p:sp>
        <p:nvSpPr>
          <p:cNvPr id="4" name="Text 1">
            <a:extLst>
              <a:ext uri="{FF2B5EF4-FFF2-40B4-BE49-F238E27FC236}">
                <a16:creationId xmlns:a16="http://schemas.microsoft.com/office/drawing/2014/main" id="{F6D020D8-1252-5F3D-7BED-CB98944667CA}"/>
              </a:ext>
            </a:extLst>
          </p:cNvPr>
          <p:cNvSpPr/>
          <p:nvPr/>
        </p:nvSpPr>
        <p:spPr>
          <a:xfrm>
            <a:off x="263237" y="2203756"/>
            <a:ext cx="17076523" cy="2386787"/>
          </a:xfrm>
          <a:prstGeom prst="rect">
            <a:avLst/>
          </a:prstGeom>
          <a:noFill/>
          <a:ln/>
        </p:spPr>
        <p:txBody>
          <a:bodyPr wrap="none" lIns="25400" tIns="25400" rIns="25400" bIns="25400" rtlCol="0" anchor="t">
            <a:noAutofit/>
          </a:bodyPr>
          <a:lstStyle/>
          <a:p>
            <a:pPr marL="0" indent="0" algn="ctr">
              <a:spcBef>
                <a:spcPts val="1200"/>
              </a:spcBef>
              <a:spcAft>
                <a:spcPts val="1200"/>
              </a:spcAft>
              <a:buNone/>
            </a:pPr>
            <a:r>
              <a:rPr lang="en-US" sz="8000" b="1" kern="0" spc="-297" dirty="0">
                <a:solidFill>
                  <a:srgbClr val="F5F3EE"/>
                </a:solidFill>
                <a:latin typeface="Outfit" pitchFamily="34" charset="0"/>
                <a:ea typeface="Outfit" pitchFamily="34" charset="-122"/>
              </a:rPr>
              <a:t>Demo</a:t>
            </a:r>
          </a:p>
          <a:p>
            <a:pPr marL="0" indent="0" algn="ctr">
              <a:spcBef>
                <a:spcPts val="1200"/>
              </a:spcBef>
              <a:spcAft>
                <a:spcPts val="1200"/>
              </a:spcAft>
              <a:buNone/>
            </a:pPr>
            <a:r>
              <a:rPr lang="en-US" sz="8000" b="1" kern="0" spc="-297" dirty="0">
                <a:solidFill>
                  <a:srgbClr val="F5F3EE"/>
                </a:solidFill>
                <a:latin typeface="Outfit" pitchFamily="34" charset="0"/>
                <a:ea typeface="Outfit" pitchFamily="34" charset="-122"/>
              </a:rPr>
              <a:t> </a:t>
            </a:r>
            <a:r>
              <a:rPr lang="en-US" sz="8000" b="1" kern="0" spc="-297" dirty="0" err="1">
                <a:solidFill>
                  <a:srgbClr val="F5F3EE"/>
                </a:solidFill>
                <a:latin typeface="Outfit" pitchFamily="34" charset="0"/>
                <a:ea typeface="Outfit" pitchFamily="34" charset="-122"/>
              </a:rPr>
              <a:t>Validación</a:t>
            </a:r>
            <a:r>
              <a:rPr lang="en-US" sz="8000" b="1" kern="0" spc="-297" dirty="0">
                <a:solidFill>
                  <a:srgbClr val="F5F3EE"/>
                </a:solidFill>
                <a:latin typeface="Outfit" pitchFamily="34" charset="0"/>
                <a:ea typeface="Outfit" pitchFamily="34" charset="-122"/>
              </a:rPr>
              <a:t> y </a:t>
            </a:r>
            <a:r>
              <a:rPr lang="en-US" sz="8000" b="1" kern="0" spc="-297" dirty="0" err="1">
                <a:solidFill>
                  <a:srgbClr val="F5F3EE"/>
                </a:solidFill>
                <a:latin typeface="Outfit" pitchFamily="34" charset="0"/>
                <a:ea typeface="Outfit" pitchFamily="34" charset="-122"/>
              </a:rPr>
              <a:t>corrección</a:t>
            </a:r>
            <a:r>
              <a:rPr lang="en-US" sz="8000" b="1" kern="0" spc="-297" dirty="0">
                <a:solidFill>
                  <a:srgbClr val="F5F3EE"/>
                </a:solidFill>
                <a:latin typeface="Outfit" pitchFamily="34" charset="0"/>
                <a:ea typeface="Outfit" pitchFamily="34" charset="-122"/>
              </a:rPr>
              <a:t> </a:t>
            </a:r>
            <a:r>
              <a:rPr lang="en-US" sz="8000" b="1" kern="0" spc="-297" dirty="0" err="1">
                <a:solidFill>
                  <a:srgbClr val="F5F3EE"/>
                </a:solidFill>
                <a:latin typeface="Outfit" pitchFamily="34" charset="0"/>
                <a:ea typeface="Outfit" pitchFamily="34" charset="-122"/>
              </a:rPr>
              <a:t>en</a:t>
            </a:r>
            <a:r>
              <a:rPr lang="en-US" sz="8000" b="1" kern="0" spc="-297" dirty="0">
                <a:solidFill>
                  <a:srgbClr val="F5F3EE"/>
                </a:solidFill>
                <a:latin typeface="Outfit" pitchFamily="34" charset="0"/>
                <a:ea typeface="Outfit" pitchFamily="34" charset="-122"/>
              </a:rPr>
              <a:t> SQL Server</a:t>
            </a:r>
            <a:endParaRPr lang="en-US" sz="8000" dirty="0"/>
          </a:p>
        </p:txBody>
      </p:sp>
      <p:sp>
        <p:nvSpPr>
          <p:cNvPr id="6" name="Text 3">
            <a:extLst>
              <a:ext uri="{FF2B5EF4-FFF2-40B4-BE49-F238E27FC236}">
                <a16:creationId xmlns:a16="http://schemas.microsoft.com/office/drawing/2014/main" id="{29D32A00-E99F-3F81-8088-43DFE5297197}"/>
              </a:ext>
            </a:extLst>
          </p:cNvPr>
          <p:cNvSpPr/>
          <p:nvPr/>
        </p:nvSpPr>
        <p:spPr>
          <a:xfrm>
            <a:off x="1652616" y="9144817"/>
            <a:ext cx="17811848" cy="391783"/>
          </a:xfrm>
          <a:prstGeom prst="rect">
            <a:avLst/>
          </a:prstGeom>
          <a:noFill/>
          <a:ln/>
        </p:spPr>
        <p:txBody>
          <a:bodyPr wrap="square" lIns="25400" tIns="25400" rIns="25400" bIns="25400" rtlCol="0" anchor="t">
            <a:normAutofit/>
          </a:bodyPr>
          <a:lstStyle/>
          <a:p>
            <a:pPr marL="0" indent="0" algn="l">
              <a:buNone/>
            </a:pPr>
            <a:r>
              <a:rPr lang="en-US" sz="2100" dirty="0">
                <a:solidFill>
                  <a:srgbClr val="D9CDEA"/>
                </a:solidFill>
                <a:latin typeface="JetBrains Mono" pitchFamily="34" charset="0"/>
                <a:ea typeface="JetBrains Mono" pitchFamily="34" charset="-122"/>
                <a:cs typeface="JetBrains Mono" pitchFamily="34" charset="-120"/>
              </a:rPr>
              <a:t>#techenelpueblo · #somoscomunidad · #ppwclm · #madridejos</a:t>
            </a:r>
            <a:endParaRPr lang="en-US" sz="2100" dirty="0"/>
          </a:p>
        </p:txBody>
      </p:sp>
      <p:sp>
        <p:nvSpPr>
          <p:cNvPr id="9" name="Text 0">
            <a:extLst>
              <a:ext uri="{FF2B5EF4-FFF2-40B4-BE49-F238E27FC236}">
                <a16:creationId xmlns:a16="http://schemas.microsoft.com/office/drawing/2014/main" id="{CEE012B9-785E-47CD-8965-751934693357}"/>
              </a:ext>
            </a:extLst>
          </p:cNvPr>
          <p:cNvSpPr/>
          <p:nvPr/>
        </p:nvSpPr>
        <p:spPr>
          <a:xfrm>
            <a:off x="-367663" y="946291"/>
            <a:ext cx="17811848" cy="443542"/>
          </a:xfrm>
          <a:prstGeom prst="rect">
            <a:avLst/>
          </a:prstGeom>
          <a:noFill/>
          <a:ln/>
        </p:spPr>
        <p:txBody>
          <a:bodyPr wrap="square" lIns="25400" tIns="25400" rIns="25400" bIns="25400" rtlCol="0" anchor="t">
            <a:noAutofit/>
          </a:bodyPr>
          <a:lstStyle/>
          <a:p>
            <a:pPr marL="0" indent="0" algn="ctr">
              <a:buNone/>
            </a:pPr>
            <a:r>
              <a:rPr lang="en-US" sz="6000" b="1" kern="0" spc="528" dirty="0">
                <a:solidFill>
                  <a:srgbClr val="E0A526"/>
                </a:solidFill>
                <a:latin typeface="JetBrains Mono" pitchFamily="34" charset="0"/>
                <a:ea typeface="JetBrains Mono" pitchFamily="34" charset="-122"/>
                <a:cs typeface="JetBrains Mono" pitchFamily="34" charset="-120"/>
              </a:rPr>
              <a:t>BLOQUE 3</a:t>
            </a:r>
            <a:endParaRPr lang="en-US" sz="6000" b="1" dirty="0"/>
          </a:p>
        </p:txBody>
      </p:sp>
    </p:spTree>
    <p:extLst>
      <p:ext uri="{BB962C8B-B14F-4D97-AF65-F5344CB8AC3E}">
        <p14:creationId xmlns:p14="http://schemas.microsoft.com/office/powerpoint/2010/main" val="5615002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a:xfrm>
          <a:off x="0" y="0"/>
          <a:ext cx="0" cy="0"/>
          <a:chOff x="0" y="0"/>
          <a:chExt cx="0" cy="0"/>
        </a:xfrm>
      </p:grpSpPr>
      <p:sp>
        <p:nvSpPr>
          <p:cNvPr id="32" name="Rectángulo 31">
            <a:extLst>
              <a:ext uri="{FF2B5EF4-FFF2-40B4-BE49-F238E27FC236}">
                <a16:creationId xmlns:a16="http://schemas.microsoft.com/office/drawing/2014/main" id="{5F0D8344-CB74-4E67-A335-2B28B8146B3C}"/>
              </a:ext>
            </a:extLst>
          </p:cNvPr>
          <p:cNvSpPr>
            <a:spLocks noGrp="1"/>
          </p:cNvSpPr>
          <p:nvPr/>
        </p:nvSpPr>
        <p:spPr>
          <a:xfrm>
            <a:off x="1085850" y="600075"/>
            <a:ext cx="4857750" cy="485775"/>
          </a:xfrm>
          <a:prstGeom prst="rect">
            <a:avLst/>
          </a:prstGeom>
          <a:noFill/>
          <a:ln w="0">
            <a:noFill/>
            <a:prstDash val="solid"/>
          </a:ln>
        </p:spPr>
        <p:txBody>
          <a:bodyPr wrap="square" lIns="57150" tIns="28575" rIns="57150" bIns="28575" anchor="ctr">
            <a:normAutofit/>
          </a:bodyPr>
          <a:lstStyle/>
          <a:p>
            <a:pPr algn="l">
              <a:defRPr sz="1125" b="0">
                <a:solidFill>
                  <a:srgbClr val="6F3FC2"/>
                </a:solidFill>
                <a:latin typeface="JetBrains Mono"/>
                <a:ea typeface="JetBrains Mono"/>
                <a:cs typeface="JetBrains Mono"/>
              </a:defRPr>
            </a:pPr>
            <a:r>
              <a:rPr sz="1688">
                <a:solidFill>
                  <a:srgbClr val="6F3FC2"/>
                </a:solidFill>
                <a:latin typeface="JetBrains Mono"/>
                <a:ea typeface="JetBrains Mono"/>
                <a:cs typeface="JetBrains Mono"/>
              </a:rPr>
              <a:t>APARTADO 3.1</a:t>
            </a:r>
          </a:p>
        </p:txBody>
      </p:sp>
      <p:sp>
        <p:nvSpPr>
          <p:cNvPr id="2" name="Rectángulo 1">
            <a:extLst>
              <a:ext uri="{FF2B5EF4-FFF2-40B4-BE49-F238E27FC236}">
                <a16:creationId xmlns:a16="http://schemas.microsoft.com/office/drawing/2014/main" id="{3BCE6AC7-A664-43DD-A749-0FD7C1E86260}"/>
              </a:ext>
            </a:extLst>
          </p:cNvPr>
          <p:cNvSpPr>
            <a:spLocks noGrp="1"/>
          </p:cNvSpPr>
          <p:nvPr/>
        </p:nvSpPr>
        <p:spPr>
          <a:xfrm>
            <a:off x="1085851" y="1085850"/>
            <a:ext cx="15073313" cy="1028700"/>
          </a:xfrm>
          <a:prstGeom prst="rect">
            <a:avLst/>
          </a:prstGeom>
          <a:noFill/>
          <a:ln w="0">
            <a:noFill/>
            <a:prstDash val="solid"/>
          </a:ln>
        </p:spPr>
        <p:txBody>
          <a:bodyPr wrap="square" lIns="57150" tIns="28575" rIns="57150" bIns="28575" anchor="ctr">
            <a:normAutofit/>
          </a:bodyPr>
          <a:lstStyle/>
          <a:p>
            <a:pPr algn="l">
              <a:defRPr sz="3225" b="1">
                <a:solidFill>
                  <a:srgbClr val="211D2C"/>
                </a:solidFill>
                <a:latin typeface="Outfit"/>
                <a:ea typeface="Outfit"/>
                <a:cs typeface="Outfit"/>
              </a:defRPr>
            </a:pPr>
            <a:r>
              <a:rPr lang="es-ES" sz="4838" b="1" dirty="0">
                <a:solidFill>
                  <a:srgbClr val="211D2C"/>
                </a:solidFill>
                <a:latin typeface="Outfit"/>
                <a:ea typeface="Outfit"/>
                <a:cs typeface="Outfit"/>
              </a:rPr>
              <a:t>EOMONTH</a:t>
            </a:r>
            <a:r>
              <a:rPr sz="4838" b="1" dirty="0">
                <a:solidFill>
                  <a:srgbClr val="211D2C"/>
                </a:solidFill>
                <a:latin typeface="Outfit"/>
                <a:ea typeface="Outfit"/>
                <a:cs typeface="Outfit"/>
              </a:rPr>
              <a:t> y </a:t>
            </a:r>
            <a:r>
              <a:rPr lang="es-ES" sz="4838" b="1" dirty="0">
                <a:solidFill>
                  <a:srgbClr val="211D2C"/>
                </a:solidFill>
                <a:latin typeface="Outfit"/>
                <a:ea typeface="Outfit"/>
                <a:cs typeface="Outfit"/>
              </a:rPr>
              <a:t>funciones auxiliares</a:t>
            </a:r>
            <a:endParaRPr sz="4838" b="1" dirty="0">
              <a:solidFill>
                <a:srgbClr val="211D2C"/>
              </a:solidFill>
              <a:latin typeface="Outfit"/>
              <a:ea typeface="Outfit"/>
              <a:cs typeface="Outfit"/>
            </a:endParaRPr>
          </a:p>
        </p:txBody>
      </p:sp>
      <p:pic>
        <p:nvPicPr>
          <p:cNvPr id="34" name="Imagen 33"/>
          <p:cNvPicPr>
            <a:picLocks noChangeAspect="1"/>
          </p:cNvPicPr>
          <p:nvPr/>
        </p:nvPicPr>
        <p:blipFill>
          <a:blip r:embed="rId3"/>
          <a:stretch/>
        </p:blipFill>
        <p:spPr>
          <a:xfrm>
            <a:off x="16402051" y="785813"/>
            <a:ext cx="928688" cy="928688"/>
          </a:xfrm>
          <a:prstGeom prst="rect">
            <a:avLst/>
          </a:prstGeom>
        </p:spPr>
      </p:pic>
      <p:sp>
        <p:nvSpPr>
          <p:cNvPr id="4" name="Rectángulo 3">
            <a:extLst>
              <a:ext uri="{FF2B5EF4-FFF2-40B4-BE49-F238E27FC236}">
                <a16:creationId xmlns:a16="http://schemas.microsoft.com/office/drawing/2014/main" id="{D1820034-4DB2-4D8A-8D8D-6AED2081075D}"/>
              </a:ext>
            </a:extLst>
          </p:cNvPr>
          <p:cNvSpPr>
            <a:spLocks noGrp="1"/>
          </p:cNvSpPr>
          <p:nvPr/>
        </p:nvSpPr>
        <p:spPr>
          <a:xfrm>
            <a:off x="1085850" y="9286875"/>
            <a:ext cx="11144250" cy="400050"/>
          </a:xfrm>
          <a:prstGeom prst="rect">
            <a:avLst/>
          </a:prstGeom>
          <a:noFill/>
          <a:ln w="0">
            <a:noFill/>
            <a:prstDash val="solid"/>
          </a:ln>
        </p:spPr>
        <p:txBody>
          <a:bodyPr wrap="square" lIns="57150" tIns="28575" rIns="57150" bIns="28575" anchor="ctr">
            <a:normAutofit/>
          </a:bodyPr>
          <a:lstStyle/>
          <a:p>
            <a:pPr algn="l">
              <a:defRPr sz="1050" b="0">
                <a:solidFill>
                  <a:srgbClr val="6B6577"/>
                </a:solidFill>
                <a:latin typeface="JetBrains Mono"/>
                <a:ea typeface="JetBrains Mono"/>
                <a:cs typeface="JetBrains Mono"/>
              </a:defRPr>
            </a:pPr>
            <a:r>
              <a:rPr sz="1575">
                <a:solidFill>
                  <a:srgbClr val="6B6577"/>
                </a:solidFill>
                <a:latin typeface="JetBrains Mono"/>
                <a:ea typeface="JetBrains Mono"/>
                <a:cs typeface="JetBrains Mono"/>
              </a:rPr>
              <a:t>#techenelpueblo · #somoscomunidad · #ppwclm · #madridejos</a:t>
            </a:r>
          </a:p>
        </p:txBody>
      </p:sp>
      <p:sp>
        <p:nvSpPr>
          <p:cNvPr id="5" name="Rectángulo 4">
            <a:extLst>
              <a:ext uri="{FF2B5EF4-FFF2-40B4-BE49-F238E27FC236}">
                <a16:creationId xmlns:a16="http://schemas.microsoft.com/office/drawing/2014/main" id="{7828B8E2-623D-46AE-B312-565CEC933CB7}"/>
              </a:ext>
            </a:extLst>
          </p:cNvPr>
          <p:cNvSpPr>
            <a:spLocks noGrp="1"/>
          </p:cNvSpPr>
          <p:nvPr/>
        </p:nvSpPr>
        <p:spPr>
          <a:xfrm>
            <a:off x="1314450" y="2343150"/>
            <a:ext cx="3571875" cy="428625"/>
          </a:xfrm>
          <a:prstGeom prst="rect">
            <a:avLst/>
          </a:prstGeom>
          <a:noFill/>
          <a:ln w="0">
            <a:noFill/>
            <a:prstDash val="solid"/>
          </a:ln>
        </p:spPr>
        <p:txBody>
          <a:bodyPr wrap="square" lIns="57150" tIns="28575" rIns="57150" bIns="28575" anchor="ctr">
            <a:normAutofit/>
          </a:bodyPr>
          <a:lstStyle/>
          <a:p>
            <a:pPr algn="l">
              <a:defRPr sz="1200" b="1">
                <a:solidFill>
                  <a:srgbClr val="4315AE"/>
                </a:solidFill>
                <a:latin typeface="Outfit"/>
                <a:ea typeface="Outfit"/>
                <a:cs typeface="Outfit"/>
              </a:defRPr>
            </a:pPr>
            <a:r>
              <a:rPr b="1">
                <a:solidFill>
                  <a:srgbClr val="4315AE"/>
                </a:solidFill>
                <a:latin typeface="Outfit"/>
                <a:ea typeface="Outfit"/>
                <a:cs typeface="Outfit"/>
              </a:rPr>
              <a:t>FUNCIÓN PRINCIPAL</a:t>
            </a:r>
          </a:p>
        </p:txBody>
      </p:sp>
      <p:sp>
        <p:nvSpPr>
          <p:cNvPr id="6" name="Rectángulo 5">
            <a:extLst>
              <a:ext uri="{FF2B5EF4-FFF2-40B4-BE49-F238E27FC236}">
                <a16:creationId xmlns:a16="http://schemas.microsoft.com/office/drawing/2014/main" id="{5707D0DB-46C2-4E50-9454-6AEAD293AF36}"/>
              </a:ext>
            </a:extLst>
          </p:cNvPr>
          <p:cNvSpPr>
            <a:spLocks noGrp="1"/>
          </p:cNvSpPr>
          <p:nvPr/>
        </p:nvSpPr>
        <p:spPr>
          <a:xfrm>
            <a:off x="1314450" y="2828925"/>
            <a:ext cx="6572250" cy="828675"/>
          </a:xfrm>
          <a:prstGeom prst="rect">
            <a:avLst/>
          </a:prstGeom>
          <a:noFill/>
          <a:ln w="0">
            <a:noFill/>
            <a:prstDash val="solid"/>
          </a:ln>
        </p:spPr>
        <p:txBody>
          <a:bodyPr wrap="square" lIns="57150" tIns="28575" rIns="57150" bIns="28575" anchor="ctr">
            <a:normAutofit/>
          </a:bodyPr>
          <a:lstStyle/>
          <a:p>
            <a:pPr algn="l">
              <a:defRPr sz="2700" b="1">
                <a:solidFill>
                  <a:srgbClr val="4315AE"/>
                </a:solidFill>
                <a:latin typeface="JetBrains Mono"/>
                <a:ea typeface="JetBrains Mono"/>
                <a:cs typeface="JetBrains Mono"/>
              </a:defRPr>
            </a:pPr>
            <a:r>
              <a:rPr sz="4050" b="1" dirty="0">
                <a:solidFill>
                  <a:srgbClr val="4315AE"/>
                </a:solidFill>
                <a:latin typeface="JetBrains Mono"/>
                <a:ea typeface="JetBrains Mono"/>
                <a:cs typeface="JetBrains Mono"/>
              </a:rPr>
              <a:t>EOMONTH</a:t>
            </a:r>
          </a:p>
        </p:txBody>
      </p:sp>
      <p:sp>
        <p:nvSpPr>
          <p:cNvPr id="7" name="Rectángulo 6">
            <a:extLst>
              <a:ext uri="{FF2B5EF4-FFF2-40B4-BE49-F238E27FC236}">
                <a16:creationId xmlns:a16="http://schemas.microsoft.com/office/drawing/2014/main" id="{7C5F1357-9A65-471F-8EC5-E5FA0E141B97}"/>
              </a:ext>
            </a:extLst>
          </p:cNvPr>
          <p:cNvSpPr>
            <a:spLocks noGrp="1"/>
          </p:cNvSpPr>
          <p:nvPr/>
        </p:nvSpPr>
        <p:spPr>
          <a:xfrm>
            <a:off x="1314451" y="3657600"/>
            <a:ext cx="7786688" cy="542925"/>
          </a:xfrm>
          <a:prstGeom prst="rect">
            <a:avLst/>
          </a:prstGeom>
          <a:noFill/>
          <a:ln w="0">
            <a:noFill/>
            <a:prstDash val="solid"/>
          </a:ln>
        </p:spPr>
        <p:txBody>
          <a:bodyPr wrap="square" lIns="57150" tIns="28575" rIns="57150" bIns="28575" anchor="ctr">
            <a:normAutofit/>
          </a:bodyPr>
          <a:lstStyle/>
          <a:p>
            <a:pPr algn="l">
              <a:defRPr sz="1650" b="0">
                <a:solidFill>
                  <a:srgbClr val="211D2C"/>
                </a:solidFill>
                <a:latin typeface="Outfit"/>
                <a:ea typeface="Outfit"/>
                <a:cs typeface="Outfit"/>
              </a:defRPr>
            </a:pPr>
            <a:r>
              <a:rPr sz="2475" dirty="0" err="1">
                <a:solidFill>
                  <a:srgbClr val="211D2C"/>
                </a:solidFill>
                <a:latin typeface="Outfit"/>
                <a:ea typeface="Outfit"/>
                <a:cs typeface="Outfit"/>
              </a:rPr>
              <a:t>Devuelve</a:t>
            </a:r>
            <a:r>
              <a:rPr sz="2475" dirty="0">
                <a:solidFill>
                  <a:srgbClr val="211D2C"/>
                </a:solidFill>
                <a:latin typeface="Outfit"/>
                <a:ea typeface="Outfit"/>
                <a:cs typeface="Outfit"/>
              </a:rPr>
              <a:t> el </a:t>
            </a:r>
            <a:r>
              <a:rPr sz="2475" dirty="0" err="1">
                <a:solidFill>
                  <a:srgbClr val="211D2C"/>
                </a:solidFill>
                <a:latin typeface="Outfit"/>
                <a:ea typeface="Outfit"/>
                <a:cs typeface="Outfit"/>
              </a:rPr>
              <a:t>último</a:t>
            </a:r>
            <a:r>
              <a:rPr sz="2475" dirty="0">
                <a:solidFill>
                  <a:srgbClr val="211D2C"/>
                </a:solidFill>
                <a:latin typeface="Outfit"/>
                <a:ea typeface="Outfit"/>
                <a:cs typeface="Outfit"/>
              </a:rPr>
              <a:t> día del </a:t>
            </a:r>
            <a:r>
              <a:rPr sz="2475" dirty="0" err="1">
                <a:solidFill>
                  <a:srgbClr val="211D2C"/>
                </a:solidFill>
                <a:latin typeface="Outfit"/>
                <a:ea typeface="Outfit"/>
                <a:cs typeface="Outfit"/>
              </a:rPr>
              <a:t>mes</a:t>
            </a:r>
            <a:r>
              <a:rPr sz="2475" dirty="0">
                <a:solidFill>
                  <a:srgbClr val="211D2C"/>
                </a:solidFill>
                <a:latin typeface="Outfit"/>
                <a:ea typeface="Outfit"/>
                <a:cs typeface="Outfit"/>
              </a:rPr>
              <a:t> de </a:t>
            </a:r>
            <a:r>
              <a:rPr sz="2475" dirty="0" err="1">
                <a:solidFill>
                  <a:srgbClr val="211D2C"/>
                </a:solidFill>
                <a:latin typeface="Outfit"/>
                <a:ea typeface="Outfit"/>
                <a:cs typeface="Outfit"/>
              </a:rPr>
              <a:t>una</a:t>
            </a:r>
            <a:r>
              <a:rPr sz="2475" dirty="0">
                <a:solidFill>
                  <a:srgbClr val="211D2C"/>
                </a:solidFill>
                <a:latin typeface="Outfit"/>
                <a:ea typeface="Outfit"/>
                <a:cs typeface="Outfit"/>
              </a:rPr>
              <a:t> </a:t>
            </a:r>
            <a:r>
              <a:rPr sz="2475" dirty="0" err="1">
                <a:solidFill>
                  <a:srgbClr val="211D2C"/>
                </a:solidFill>
                <a:latin typeface="Outfit"/>
                <a:ea typeface="Outfit"/>
                <a:cs typeface="Outfit"/>
              </a:rPr>
              <a:t>fecha</a:t>
            </a:r>
            <a:r>
              <a:rPr sz="2475" dirty="0">
                <a:solidFill>
                  <a:srgbClr val="211D2C"/>
                </a:solidFill>
                <a:latin typeface="Outfit"/>
                <a:ea typeface="Outfit"/>
                <a:cs typeface="Outfit"/>
              </a:rPr>
              <a:t>.</a:t>
            </a:r>
          </a:p>
        </p:txBody>
      </p:sp>
      <p:sp>
        <p:nvSpPr>
          <p:cNvPr id="8" name="Rectángulo: esquinas redondeadas 7">
            <a:extLst>
              <a:ext uri="{FF2B5EF4-FFF2-40B4-BE49-F238E27FC236}">
                <a16:creationId xmlns:a16="http://schemas.microsoft.com/office/drawing/2014/main" id="{50659ED6-643A-4C2E-A17E-33C4F75611B8}"/>
              </a:ext>
            </a:extLst>
          </p:cNvPr>
          <p:cNvSpPr>
            <a:spLocks noGrp="1"/>
          </p:cNvSpPr>
          <p:nvPr/>
        </p:nvSpPr>
        <p:spPr>
          <a:xfrm>
            <a:off x="1314450" y="4429125"/>
            <a:ext cx="7829550" cy="1085850"/>
          </a:xfrm>
          <a:prstGeom prst="roundRect">
            <a:avLst>
              <a:gd name="adj" fmla="val 15789"/>
            </a:avLst>
          </a:prstGeom>
          <a:solidFill>
            <a:srgbClr val="EFE9FF"/>
          </a:solidFill>
          <a:ln w="11430">
            <a:solidFill>
              <a:srgbClr val="BDAAF0"/>
            </a:solidFill>
            <a:prstDash val="solid"/>
          </a:ln>
        </p:spPr>
        <p:txBody>
          <a:bodyPr/>
          <a:lstStyle/>
          <a:p>
            <a:endParaRPr lang="es-ES" sz="2700"/>
          </a:p>
        </p:txBody>
      </p:sp>
      <p:sp>
        <p:nvSpPr>
          <p:cNvPr id="9" name="Rectángulo 8">
            <a:extLst>
              <a:ext uri="{FF2B5EF4-FFF2-40B4-BE49-F238E27FC236}">
                <a16:creationId xmlns:a16="http://schemas.microsoft.com/office/drawing/2014/main" id="{DA05529E-FDFA-4A4E-BCD1-35F04A4C8A17}"/>
              </a:ext>
            </a:extLst>
          </p:cNvPr>
          <p:cNvSpPr>
            <a:spLocks noGrp="1"/>
          </p:cNvSpPr>
          <p:nvPr/>
        </p:nvSpPr>
        <p:spPr>
          <a:xfrm>
            <a:off x="1571625" y="4600575"/>
            <a:ext cx="7315200" cy="742950"/>
          </a:xfrm>
          <a:prstGeom prst="rect">
            <a:avLst/>
          </a:prstGeom>
          <a:noFill/>
          <a:ln w="0">
            <a:noFill/>
            <a:prstDash val="solid"/>
          </a:ln>
        </p:spPr>
        <p:txBody>
          <a:bodyPr wrap="square" lIns="57150" tIns="28575" rIns="57150" bIns="28575" anchor="ctr">
            <a:normAutofit/>
          </a:bodyPr>
          <a:lstStyle/>
          <a:p>
            <a:pPr algn="ctr">
              <a:defRPr sz="1500" b="1">
                <a:solidFill>
                  <a:srgbClr val="0B1A63"/>
                </a:solidFill>
                <a:latin typeface="JetBrains Mono"/>
                <a:ea typeface="JetBrains Mono"/>
                <a:cs typeface="JetBrains Mono"/>
              </a:defRPr>
            </a:pPr>
            <a:r>
              <a:rPr sz="2250" b="1" dirty="0">
                <a:solidFill>
                  <a:srgbClr val="0B1A63"/>
                </a:solidFill>
                <a:latin typeface="JetBrains Mono"/>
                <a:ea typeface="JetBrains Mono"/>
                <a:cs typeface="JetBrains Mono"/>
              </a:rPr>
              <a:t>EOMONTH(</a:t>
            </a:r>
            <a:r>
              <a:rPr sz="2250" b="1" dirty="0" err="1">
                <a:solidFill>
                  <a:srgbClr val="0B1A63"/>
                </a:solidFill>
                <a:latin typeface="JetBrains Mono"/>
                <a:ea typeface="JetBrains Mono"/>
                <a:cs typeface="JetBrains Mono"/>
              </a:rPr>
              <a:t>fecha</a:t>
            </a:r>
            <a:r>
              <a:rPr sz="2250" b="1" dirty="0">
                <a:solidFill>
                  <a:srgbClr val="0B1A63"/>
                </a:solidFill>
                <a:latin typeface="JetBrains Mono"/>
                <a:ea typeface="JetBrains Mono"/>
                <a:cs typeface="JetBrains Mono"/>
              </a:rPr>
              <a:t> [</a:t>
            </a:r>
            <a:r>
              <a:rPr lang="es-ES" sz="2250" b="1" dirty="0">
                <a:solidFill>
                  <a:srgbClr val="0B1A63"/>
                </a:solidFill>
                <a:latin typeface="JetBrains Mono"/>
                <a:ea typeface="JetBrains Mono"/>
                <a:cs typeface="JetBrains Mono"/>
              </a:rPr>
              <a:t>, </a:t>
            </a:r>
            <a:r>
              <a:rPr sz="2250" b="1" dirty="0" err="1">
                <a:solidFill>
                  <a:srgbClr val="0B1A63"/>
                </a:solidFill>
                <a:latin typeface="JetBrains Mono"/>
                <a:ea typeface="JetBrains Mono"/>
                <a:cs typeface="JetBrains Mono"/>
              </a:rPr>
              <a:t>meses_a_desplazar</a:t>
            </a:r>
            <a:r>
              <a:rPr sz="2250" b="1" dirty="0">
                <a:solidFill>
                  <a:srgbClr val="0B1A63"/>
                </a:solidFill>
                <a:latin typeface="JetBrains Mono"/>
                <a:ea typeface="JetBrains Mono"/>
                <a:cs typeface="JetBrains Mono"/>
              </a:rPr>
              <a:t>])</a:t>
            </a:r>
          </a:p>
        </p:txBody>
      </p:sp>
      <p:sp>
        <p:nvSpPr>
          <p:cNvPr id="10" name="Rectángulo 9">
            <a:extLst>
              <a:ext uri="{FF2B5EF4-FFF2-40B4-BE49-F238E27FC236}">
                <a16:creationId xmlns:a16="http://schemas.microsoft.com/office/drawing/2014/main" id="{2589F0D9-8B65-4575-86F2-713798847969}"/>
              </a:ext>
            </a:extLst>
          </p:cNvPr>
          <p:cNvSpPr>
            <a:spLocks noGrp="1"/>
          </p:cNvSpPr>
          <p:nvPr/>
        </p:nvSpPr>
        <p:spPr>
          <a:xfrm>
            <a:off x="1314450" y="5886450"/>
            <a:ext cx="2286000" cy="400050"/>
          </a:xfrm>
          <a:prstGeom prst="rect">
            <a:avLst/>
          </a:prstGeom>
          <a:noFill/>
          <a:ln w="0">
            <a:noFill/>
            <a:prstDash val="solid"/>
          </a:ln>
        </p:spPr>
        <p:txBody>
          <a:bodyPr wrap="square" lIns="57150" tIns="28575" rIns="57150" bIns="28575" anchor="ctr">
            <a:normAutofit/>
          </a:bodyPr>
          <a:lstStyle/>
          <a:p>
            <a:pPr algn="l">
              <a:defRPr sz="1200" b="1">
                <a:solidFill>
                  <a:srgbClr val="4315AE"/>
                </a:solidFill>
                <a:latin typeface="Outfit"/>
                <a:ea typeface="Outfit"/>
                <a:cs typeface="Outfit"/>
              </a:defRPr>
            </a:pPr>
            <a:r>
              <a:rPr b="1">
                <a:solidFill>
                  <a:srgbClr val="4315AE"/>
                </a:solidFill>
                <a:latin typeface="Outfit"/>
                <a:ea typeface="Outfit"/>
                <a:cs typeface="Outfit"/>
              </a:rPr>
              <a:t>EJEMPLOS</a:t>
            </a:r>
          </a:p>
        </p:txBody>
      </p:sp>
      <p:sp>
        <p:nvSpPr>
          <p:cNvPr id="11" name="Rectángulo 10">
            <a:extLst>
              <a:ext uri="{FF2B5EF4-FFF2-40B4-BE49-F238E27FC236}">
                <a16:creationId xmlns:a16="http://schemas.microsoft.com/office/drawing/2014/main" id="{6142CA7C-1580-4C64-9185-D1C20CC996F5}"/>
              </a:ext>
            </a:extLst>
          </p:cNvPr>
          <p:cNvSpPr>
            <a:spLocks noGrp="1"/>
          </p:cNvSpPr>
          <p:nvPr/>
        </p:nvSpPr>
        <p:spPr>
          <a:xfrm>
            <a:off x="1314450" y="6429375"/>
            <a:ext cx="4600575" cy="485775"/>
          </a:xfrm>
          <a:prstGeom prst="rect">
            <a:avLst/>
          </a:prstGeom>
          <a:noFill/>
          <a:ln w="0">
            <a:noFill/>
            <a:prstDash val="solid"/>
          </a:ln>
        </p:spPr>
        <p:txBody>
          <a:bodyPr wrap="square" lIns="57150" tIns="28575" rIns="57150" bIns="28575" anchor="ctr">
            <a:normAutofit/>
          </a:bodyPr>
          <a:lstStyle/>
          <a:p>
            <a:pPr algn="l">
              <a:defRPr sz="1350" b="0">
                <a:solidFill>
                  <a:srgbClr val="211D2C"/>
                </a:solidFill>
                <a:latin typeface="JetBrains Mono"/>
                <a:ea typeface="JetBrains Mono"/>
                <a:cs typeface="JetBrains Mono"/>
              </a:defRPr>
            </a:pPr>
            <a:r>
              <a:rPr sz="2025">
                <a:solidFill>
                  <a:srgbClr val="211D2C"/>
                </a:solidFill>
                <a:latin typeface="JetBrains Mono"/>
                <a:ea typeface="JetBrains Mono"/>
                <a:cs typeface="JetBrains Mono"/>
              </a:rPr>
              <a:t>EOMONTH('2026-02-12')</a:t>
            </a:r>
          </a:p>
        </p:txBody>
      </p:sp>
      <p:sp>
        <p:nvSpPr>
          <p:cNvPr id="12" name="Rectángulo 11">
            <a:extLst>
              <a:ext uri="{FF2B5EF4-FFF2-40B4-BE49-F238E27FC236}">
                <a16:creationId xmlns:a16="http://schemas.microsoft.com/office/drawing/2014/main" id="{BFE8C534-7B0E-4910-A2A2-DD038F066BCF}"/>
              </a:ext>
            </a:extLst>
          </p:cNvPr>
          <p:cNvSpPr>
            <a:spLocks noGrp="1"/>
          </p:cNvSpPr>
          <p:nvPr/>
        </p:nvSpPr>
        <p:spPr>
          <a:xfrm>
            <a:off x="6143625" y="6429375"/>
            <a:ext cx="2714625" cy="485775"/>
          </a:xfrm>
          <a:prstGeom prst="rect">
            <a:avLst/>
          </a:prstGeom>
          <a:noFill/>
          <a:ln w="0">
            <a:noFill/>
            <a:prstDash val="solid"/>
          </a:ln>
        </p:spPr>
        <p:txBody>
          <a:bodyPr wrap="square" lIns="57150" tIns="28575" rIns="57150" bIns="28575" anchor="ctr">
            <a:normAutofit/>
          </a:bodyPr>
          <a:lstStyle/>
          <a:p>
            <a:pPr algn="r">
              <a:defRPr sz="1500" b="1">
                <a:solidFill>
                  <a:srgbClr val="F2A900"/>
                </a:solidFill>
                <a:latin typeface="JetBrains Mono"/>
                <a:ea typeface="JetBrains Mono"/>
                <a:cs typeface="JetBrains Mono"/>
              </a:defRPr>
            </a:pPr>
            <a:r>
              <a:rPr sz="2250" b="1">
                <a:solidFill>
                  <a:srgbClr val="F2A900"/>
                </a:solidFill>
                <a:latin typeface="JetBrains Mono"/>
                <a:ea typeface="JetBrains Mono"/>
                <a:cs typeface="JetBrains Mono"/>
              </a:rPr>
              <a:t>2026-02-28</a:t>
            </a:r>
          </a:p>
        </p:txBody>
      </p:sp>
      <p:sp>
        <p:nvSpPr>
          <p:cNvPr id="13" name="Conector recto 12">
            <a:extLst>
              <a:ext uri="{FF2B5EF4-FFF2-40B4-BE49-F238E27FC236}">
                <a16:creationId xmlns:a16="http://schemas.microsoft.com/office/drawing/2014/main" id="{3F230CED-AA95-4968-B89C-C2F656C0C84D}"/>
              </a:ext>
            </a:extLst>
          </p:cNvPr>
          <p:cNvSpPr>
            <a:spLocks noGrp="1"/>
          </p:cNvSpPr>
          <p:nvPr/>
        </p:nvSpPr>
        <p:spPr>
          <a:xfrm>
            <a:off x="1314450" y="7029450"/>
            <a:ext cx="7543800" cy="0"/>
          </a:xfrm>
          <a:prstGeom prst="line">
            <a:avLst/>
          </a:prstGeom>
          <a:noFill/>
          <a:ln w="9525">
            <a:solidFill>
              <a:srgbClr val="DDD5EC"/>
            </a:solidFill>
            <a:prstDash val="solid"/>
          </a:ln>
        </p:spPr>
        <p:txBody>
          <a:bodyPr/>
          <a:lstStyle/>
          <a:p>
            <a:endParaRPr lang="es-ES" sz="2700"/>
          </a:p>
        </p:txBody>
      </p:sp>
      <p:sp>
        <p:nvSpPr>
          <p:cNvPr id="14" name="Rectángulo 13">
            <a:extLst>
              <a:ext uri="{FF2B5EF4-FFF2-40B4-BE49-F238E27FC236}">
                <a16:creationId xmlns:a16="http://schemas.microsoft.com/office/drawing/2014/main" id="{5ADF7201-9719-4D00-A59E-E8D6E34B0A68}"/>
              </a:ext>
            </a:extLst>
          </p:cNvPr>
          <p:cNvSpPr>
            <a:spLocks noGrp="1"/>
          </p:cNvSpPr>
          <p:nvPr/>
        </p:nvSpPr>
        <p:spPr>
          <a:xfrm>
            <a:off x="1314451" y="7258050"/>
            <a:ext cx="4786313" cy="485775"/>
          </a:xfrm>
          <a:prstGeom prst="rect">
            <a:avLst/>
          </a:prstGeom>
          <a:noFill/>
          <a:ln w="0">
            <a:noFill/>
            <a:prstDash val="solid"/>
          </a:ln>
        </p:spPr>
        <p:txBody>
          <a:bodyPr wrap="square" lIns="57150" tIns="28575" rIns="57150" bIns="28575" anchor="ctr">
            <a:normAutofit/>
          </a:bodyPr>
          <a:lstStyle/>
          <a:p>
            <a:pPr algn="l">
              <a:defRPr sz="1350" b="0">
                <a:solidFill>
                  <a:srgbClr val="211D2C"/>
                </a:solidFill>
                <a:latin typeface="JetBrains Mono"/>
                <a:ea typeface="JetBrains Mono"/>
                <a:cs typeface="JetBrains Mono"/>
              </a:defRPr>
            </a:pPr>
            <a:r>
              <a:rPr sz="2025">
                <a:solidFill>
                  <a:srgbClr val="211D2C"/>
                </a:solidFill>
                <a:latin typeface="JetBrains Mono"/>
                <a:ea typeface="JetBrains Mono"/>
                <a:cs typeface="JetBrains Mono"/>
              </a:rPr>
              <a:t>EOMONTH('2026-02-12', 1)</a:t>
            </a:r>
          </a:p>
        </p:txBody>
      </p:sp>
      <p:sp>
        <p:nvSpPr>
          <p:cNvPr id="15" name="Rectángulo 14">
            <a:extLst>
              <a:ext uri="{FF2B5EF4-FFF2-40B4-BE49-F238E27FC236}">
                <a16:creationId xmlns:a16="http://schemas.microsoft.com/office/drawing/2014/main" id="{21F4085C-55AE-4F62-9706-069B57C3EA29}"/>
              </a:ext>
            </a:extLst>
          </p:cNvPr>
          <p:cNvSpPr>
            <a:spLocks noGrp="1"/>
          </p:cNvSpPr>
          <p:nvPr/>
        </p:nvSpPr>
        <p:spPr>
          <a:xfrm>
            <a:off x="6143625" y="7258050"/>
            <a:ext cx="2714625" cy="485775"/>
          </a:xfrm>
          <a:prstGeom prst="rect">
            <a:avLst/>
          </a:prstGeom>
          <a:noFill/>
          <a:ln w="0">
            <a:noFill/>
            <a:prstDash val="solid"/>
          </a:ln>
        </p:spPr>
        <p:txBody>
          <a:bodyPr wrap="square" lIns="57150" tIns="28575" rIns="57150" bIns="28575" anchor="ctr">
            <a:normAutofit/>
          </a:bodyPr>
          <a:lstStyle/>
          <a:p>
            <a:pPr algn="r">
              <a:defRPr sz="1500" b="1">
                <a:solidFill>
                  <a:srgbClr val="F2A900"/>
                </a:solidFill>
                <a:latin typeface="JetBrains Mono"/>
                <a:ea typeface="JetBrains Mono"/>
                <a:cs typeface="JetBrains Mono"/>
              </a:defRPr>
            </a:pPr>
            <a:r>
              <a:rPr sz="2250" b="1">
                <a:solidFill>
                  <a:srgbClr val="F2A900"/>
                </a:solidFill>
                <a:latin typeface="JetBrains Mono"/>
                <a:ea typeface="JetBrains Mono"/>
                <a:cs typeface="JetBrains Mono"/>
              </a:rPr>
              <a:t>2026-03-31</a:t>
            </a:r>
          </a:p>
        </p:txBody>
      </p:sp>
      <p:sp>
        <p:nvSpPr>
          <p:cNvPr id="16" name="Conector recto 15">
            <a:extLst>
              <a:ext uri="{FF2B5EF4-FFF2-40B4-BE49-F238E27FC236}">
                <a16:creationId xmlns:a16="http://schemas.microsoft.com/office/drawing/2014/main" id="{D0A74FAE-3C8D-464D-AA97-A9F902DC9B5E}"/>
              </a:ext>
            </a:extLst>
          </p:cNvPr>
          <p:cNvSpPr>
            <a:spLocks noGrp="1"/>
          </p:cNvSpPr>
          <p:nvPr/>
        </p:nvSpPr>
        <p:spPr>
          <a:xfrm>
            <a:off x="9929813" y="2457450"/>
            <a:ext cx="0" cy="5543550"/>
          </a:xfrm>
          <a:prstGeom prst="line">
            <a:avLst/>
          </a:prstGeom>
          <a:noFill/>
          <a:ln w="14288">
            <a:solidFill>
              <a:srgbClr val="BDAAF0"/>
            </a:solidFill>
            <a:prstDash val="solid"/>
          </a:ln>
        </p:spPr>
        <p:txBody>
          <a:bodyPr/>
          <a:lstStyle/>
          <a:p>
            <a:endParaRPr lang="es-ES" sz="2700"/>
          </a:p>
        </p:txBody>
      </p:sp>
      <p:sp>
        <p:nvSpPr>
          <p:cNvPr id="17" name="Rectángulo 16">
            <a:extLst>
              <a:ext uri="{FF2B5EF4-FFF2-40B4-BE49-F238E27FC236}">
                <a16:creationId xmlns:a16="http://schemas.microsoft.com/office/drawing/2014/main" id="{8FB34B55-C495-4199-B7ED-BA343DD4151C}"/>
              </a:ext>
            </a:extLst>
          </p:cNvPr>
          <p:cNvSpPr>
            <a:spLocks noGrp="1"/>
          </p:cNvSpPr>
          <p:nvPr/>
        </p:nvSpPr>
        <p:spPr>
          <a:xfrm>
            <a:off x="10801350" y="2343150"/>
            <a:ext cx="5143500" cy="428625"/>
          </a:xfrm>
          <a:prstGeom prst="rect">
            <a:avLst/>
          </a:prstGeom>
          <a:noFill/>
          <a:ln w="0">
            <a:noFill/>
            <a:prstDash val="solid"/>
          </a:ln>
        </p:spPr>
        <p:txBody>
          <a:bodyPr wrap="square" lIns="57150" tIns="28575" rIns="57150" bIns="28575" anchor="ctr">
            <a:normAutofit/>
          </a:bodyPr>
          <a:lstStyle/>
          <a:p>
            <a:pPr algn="l">
              <a:defRPr sz="1200" b="1">
                <a:solidFill>
                  <a:srgbClr val="4315AE"/>
                </a:solidFill>
                <a:latin typeface="Outfit"/>
                <a:ea typeface="Outfit"/>
                <a:cs typeface="Outfit"/>
              </a:defRPr>
            </a:pPr>
            <a:r>
              <a:rPr b="1">
                <a:solidFill>
                  <a:srgbClr val="4315AE"/>
                </a:solidFill>
                <a:latin typeface="Outfit"/>
                <a:ea typeface="Outfit"/>
                <a:cs typeface="Outfit"/>
              </a:rPr>
              <a:t>FUNCIONES AUXILIARES</a:t>
            </a:r>
          </a:p>
        </p:txBody>
      </p:sp>
      <p:sp>
        <p:nvSpPr>
          <p:cNvPr id="18" name="Rectángulo 17">
            <a:extLst>
              <a:ext uri="{FF2B5EF4-FFF2-40B4-BE49-F238E27FC236}">
                <a16:creationId xmlns:a16="http://schemas.microsoft.com/office/drawing/2014/main" id="{23EB8E64-92C3-4915-9A2A-B0A82464A16D}"/>
              </a:ext>
            </a:extLst>
          </p:cNvPr>
          <p:cNvSpPr>
            <a:spLocks noGrp="1"/>
          </p:cNvSpPr>
          <p:nvPr/>
        </p:nvSpPr>
        <p:spPr>
          <a:xfrm>
            <a:off x="10801350" y="2857500"/>
            <a:ext cx="6029325" cy="428625"/>
          </a:xfrm>
          <a:prstGeom prst="rect">
            <a:avLst/>
          </a:prstGeom>
          <a:noFill/>
          <a:ln w="0">
            <a:noFill/>
            <a:prstDash val="solid"/>
          </a:ln>
        </p:spPr>
        <p:txBody>
          <a:bodyPr wrap="square" lIns="57150" tIns="28575" rIns="57150" bIns="28575" anchor="ctr">
            <a:normAutofit/>
          </a:bodyPr>
          <a:lstStyle/>
          <a:p>
            <a:pPr algn="l">
              <a:defRPr sz="1500" b="1">
                <a:solidFill>
                  <a:srgbClr val="5B12E8"/>
                </a:solidFill>
                <a:latin typeface="Outfit"/>
                <a:ea typeface="Outfit"/>
                <a:cs typeface="Outfit"/>
              </a:defRPr>
            </a:pPr>
            <a:r>
              <a:rPr sz="2250" b="1">
                <a:solidFill>
                  <a:srgbClr val="5B12E8"/>
                </a:solidFill>
                <a:latin typeface="Outfit"/>
                <a:ea typeface="Outfit"/>
                <a:cs typeface="Outfit"/>
              </a:rPr>
              <a:t>DAY</a:t>
            </a:r>
          </a:p>
        </p:txBody>
      </p:sp>
      <p:sp>
        <p:nvSpPr>
          <p:cNvPr id="19" name="Rectángulo 18">
            <a:extLst>
              <a:ext uri="{FF2B5EF4-FFF2-40B4-BE49-F238E27FC236}">
                <a16:creationId xmlns:a16="http://schemas.microsoft.com/office/drawing/2014/main" id="{1FF7739E-D16C-4D54-A71C-D4ECD421BD4E}"/>
              </a:ext>
            </a:extLst>
          </p:cNvPr>
          <p:cNvSpPr>
            <a:spLocks noGrp="1"/>
          </p:cNvSpPr>
          <p:nvPr/>
        </p:nvSpPr>
        <p:spPr>
          <a:xfrm>
            <a:off x="10801350" y="3300413"/>
            <a:ext cx="6029325" cy="428625"/>
          </a:xfrm>
          <a:prstGeom prst="rect">
            <a:avLst/>
          </a:prstGeom>
          <a:noFill/>
          <a:ln w="0">
            <a:noFill/>
            <a:prstDash val="solid"/>
          </a:ln>
        </p:spPr>
        <p:txBody>
          <a:bodyPr wrap="square" lIns="57150" tIns="28575" rIns="57150" bIns="28575" anchor="ctr">
            <a:normAutofit/>
          </a:bodyPr>
          <a:lstStyle/>
          <a:p>
            <a:pPr algn="l">
              <a:defRPr sz="1125" b="1">
                <a:solidFill>
                  <a:srgbClr val="0B1A63"/>
                </a:solidFill>
                <a:latin typeface="JetBrains Mono"/>
                <a:ea typeface="JetBrains Mono"/>
                <a:cs typeface="JetBrains Mono"/>
              </a:defRPr>
            </a:pPr>
            <a:r>
              <a:rPr sz="1688" b="1">
                <a:solidFill>
                  <a:srgbClr val="0B1A63"/>
                </a:solidFill>
                <a:latin typeface="JetBrains Mono"/>
                <a:ea typeface="JetBrains Mono"/>
                <a:cs typeface="JetBrains Mono"/>
              </a:rPr>
              <a:t>DAY(fecha)</a:t>
            </a:r>
          </a:p>
        </p:txBody>
      </p:sp>
      <p:sp>
        <p:nvSpPr>
          <p:cNvPr id="20" name="Rectángulo 19">
            <a:extLst>
              <a:ext uri="{FF2B5EF4-FFF2-40B4-BE49-F238E27FC236}">
                <a16:creationId xmlns:a16="http://schemas.microsoft.com/office/drawing/2014/main" id="{3D4F235D-C3AD-41BF-9A32-3A47916A7013}"/>
              </a:ext>
            </a:extLst>
          </p:cNvPr>
          <p:cNvSpPr>
            <a:spLocks noGrp="1"/>
          </p:cNvSpPr>
          <p:nvPr/>
        </p:nvSpPr>
        <p:spPr>
          <a:xfrm>
            <a:off x="10801350" y="3743325"/>
            <a:ext cx="6029325" cy="542925"/>
          </a:xfrm>
          <a:prstGeom prst="rect">
            <a:avLst/>
          </a:prstGeom>
          <a:noFill/>
          <a:ln w="0">
            <a:noFill/>
            <a:prstDash val="solid"/>
          </a:ln>
        </p:spPr>
        <p:txBody>
          <a:bodyPr wrap="square" lIns="57150" tIns="28575" rIns="57150" bIns="28575" anchor="ctr">
            <a:normAutofit/>
          </a:bodyPr>
          <a:lstStyle/>
          <a:p>
            <a:pPr algn="l">
              <a:defRPr sz="1200" b="0">
                <a:solidFill>
                  <a:srgbClr val="211D2C"/>
                </a:solidFill>
                <a:latin typeface="Outfit"/>
                <a:ea typeface="Outfit"/>
                <a:cs typeface="Outfit"/>
              </a:defRPr>
            </a:pPr>
            <a:r>
              <a:rPr dirty="0" err="1">
                <a:solidFill>
                  <a:srgbClr val="211D2C"/>
                </a:solidFill>
                <a:latin typeface="Outfit"/>
                <a:ea typeface="Outfit"/>
                <a:cs typeface="Outfit"/>
              </a:rPr>
              <a:t>Extrae</a:t>
            </a:r>
            <a:r>
              <a:rPr dirty="0">
                <a:solidFill>
                  <a:srgbClr val="211D2C"/>
                </a:solidFill>
                <a:latin typeface="Outfit"/>
                <a:ea typeface="Outfit"/>
                <a:cs typeface="Outfit"/>
              </a:rPr>
              <a:t> el </a:t>
            </a:r>
            <a:r>
              <a:rPr dirty="0" err="1">
                <a:solidFill>
                  <a:srgbClr val="211D2C"/>
                </a:solidFill>
                <a:latin typeface="Outfit"/>
                <a:ea typeface="Outfit"/>
                <a:cs typeface="Outfit"/>
              </a:rPr>
              <a:t>número</a:t>
            </a:r>
            <a:r>
              <a:rPr dirty="0">
                <a:solidFill>
                  <a:srgbClr val="211D2C"/>
                </a:solidFill>
                <a:latin typeface="Outfit"/>
                <a:ea typeface="Outfit"/>
                <a:cs typeface="Outfit"/>
              </a:rPr>
              <a:t> de día </a:t>
            </a:r>
            <a:r>
              <a:rPr dirty="0" err="1">
                <a:solidFill>
                  <a:srgbClr val="211D2C"/>
                </a:solidFill>
                <a:latin typeface="Outfit"/>
                <a:ea typeface="Outfit"/>
                <a:cs typeface="Outfit"/>
              </a:rPr>
              <a:t>que</a:t>
            </a:r>
            <a:r>
              <a:rPr dirty="0">
                <a:solidFill>
                  <a:srgbClr val="211D2C"/>
                </a:solidFill>
                <a:latin typeface="Outfit"/>
                <a:ea typeface="Outfit"/>
                <a:cs typeface="Outfit"/>
              </a:rPr>
              <a:t> </a:t>
            </a:r>
            <a:r>
              <a:rPr dirty="0" err="1">
                <a:solidFill>
                  <a:srgbClr val="211D2C"/>
                </a:solidFill>
                <a:latin typeface="Outfit"/>
                <a:ea typeface="Outfit"/>
                <a:cs typeface="Outfit"/>
              </a:rPr>
              <a:t>actúa</a:t>
            </a:r>
            <a:r>
              <a:rPr dirty="0">
                <a:solidFill>
                  <a:srgbClr val="211D2C"/>
                </a:solidFill>
                <a:latin typeface="Outfit"/>
                <a:ea typeface="Outfit"/>
                <a:cs typeface="Outfit"/>
              </a:rPr>
              <a:t> </a:t>
            </a:r>
            <a:r>
              <a:rPr dirty="0" err="1">
                <a:solidFill>
                  <a:srgbClr val="211D2C"/>
                </a:solidFill>
                <a:latin typeface="Outfit"/>
                <a:ea typeface="Outfit"/>
                <a:cs typeface="Outfit"/>
              </a:rPr>
              <a:t>como</a:t>
            </a:r>
            <a:r>
              <a:rPr dirty="0">
                <a:solidFill>
                  <a:srgbClr val="211D2C"/>
                </a:solidFill>
                <a:latin typeface="Outfit"/>
                <a:ea typeface="Outfit"/>
                <a:cs typeface="Outfit"/>
              </a:rPr>
              <a:t> </a:t>
            </a:r>
            <a:r>
              <a:rPr dirty="0" err="1">
                <a:solidFill>
                  <a:srgbClr val="211D2C"/>
                </a:solidFill>
                <a:latin typeface="Outfit"/>
                <a:ea typeface="Outfit"/>
                <a:cs typeface="Outfit"/>
              </a:rPr>
              <a:t>ancla</a:t>
            </a:r>
            <a:r>
              <a:rPr dirty="0">
                <a:solidFill>
                  <a:srgbClr val="211D2C"/>
                </a:solidFill>
                <a:latin typeface="Outfit"/>
                <a:ea typeface="Outfit"/>
                <a:cs typeface="Outfit"/>
              </a:rPr>
              <a:t>.</a:t>
            </a:r>
          </a:p>
        </p:txBody>
      </p:sp>
      <p:sp>
        <p:nvSpPr>
          <p:cNvPr id="21" name="Conector recto 20">
            <a:extLst>
              <a:ext uri="{FF2B5EF4-FFF2-40B4-BE49-F238E27FC236}">
                <a16:creationId xmlns:a16="http://schemas.microsoft.com/office/drawing/2014/main" id="{F6FF44F1-08E7-4118-827A-FAAF5012C170}"/>
              </a:ext>
            </a:extLst>
          </p:cNvPr>
          <p:cNvSpPr>
            <a:spLocks noGrp="1"/>
          </p:cNvSpPr>
          <p:nvPr/>
        </p:nvSpPr>
        <p:spPr>
          <a:xfrm>
            <a:off x="10801350" y="4329113"/>
            <a:ext cx="6029325" cy="0"/>
          </a:xfrm>
          <a:prstGeom prst="line">
            <a:avLst/>
          </a:prstGeom>
          <a:noFill/>
          <a:ln w="9525">
            <a:solidFill>
              <a:srgbClr val="DDD5EC"/>
            </a:solidFill>
            <a:prstDash val="solid"/>
          </a:ln>
        </p:spPr>
        <p:txBody>
          <a:bodyPr/>
          <a:lstStyle/>
          <a:p>
            <a:endParaRPr lang="es-ES" sz="2700"/>
          </a:p>
        </p:txBody>
      </p:sp>
      <p:sp>
        <p:nvSpPr>
          <p:cNvPr id="22" name="Rectángulo 21">
            <a:extLst>
              <a:ext uri="{FF2B5EF4-FFF2-40B4-BE49-F238E27FC236}">
                <a16:creationId xmlns:a16="http://schemas.microsoft.com/office/drawing/2014/main" id="{3C0D6626-8CB5-4E92-9062-40DCA95CE5CA}"/>
              </a:ext>
            </a:extLst>
          </p:cNvPr>
          <p:cNvSpPr>
            <a:spLocks noGrp="1"/>
          </p:cNvSpPr>
          <p:nvPr/>
        </p:nvSpPr>
        <p:spPr>
          <a:xfrm>
            <a:off x="10801350" y="4500563"/>
            <a:ext cx="6029325" cy="428625"/>
          </a:xfrm>
          <a:prstGeom prst="rect">
            <a:avLst/>
          </a:prstGeom>
          <a:noFill/>
          <a:ln w="0">
            <a:noFill/>
            <a:prstDash val="solid"/>
          </a:ln>
        </p:spPr>
        <p:txBody>
          <a:bodyPr wrap="square" lIns="57150" tIns="28575" rIns="57150" bIns="28575" anchor="ctr">
            <a:normAutofit/>
          </a:bodyPr>
          <a:lstStyle/>
          <a:p>
            <a:pPr algn="l">
              <a:defRPr sz="1500" b="1">
                <a:solidFill>
                  <a:srgbClr val="5B12E8"/>
                </a:solidFill>
                <a:latin typeface="Outfit"/>
                <a:ea typeface="Outfit"/>
                <a:cs typeface="Outfit"/>
              </a:defRPr>
            </a:pPr>
            <a:r>
              <a:rPr sz="2250" b="1" dirty="0">
                <a:solidFill>
                  <a:srgbClr val="5B12E8"/>
                </a:solidFill>
                <a:latin typeface="Outfit"/>
                <a:ea typeface="Outfit"/>
                <a:cs typeface="Outfit"/>
              </a:rPr>
              <a:t>DATEFROMPARTS</a:t>
            </a:r>
          </a:p>
        </p:txBody>
      </p:sp>
      <p:sp>
        <p:nvSpPr>
          <p:cNvPr id="23" name="Rectángulo 22">
            <a:extLst>
              <a:ext uri="{FF2B5EF4-FFF2-40B4-BE49-F238E27FC236}">
                <a16:creationId xmlns:a16="http://schemas.microsoft.com/office/drawing/2014/main" id="{115C2B7A-AC05-4F18-B44E-F8C81B302BDE}"/>
              </a:ext>
            </a:extLst>
          </p:cNvPr>
          <p:cNvSpPr>
            <a:spLocks noGrp="1"/>
          </p:cNvSpPr>
          <p:nvPr/>
        </p:nvSpPr>
        <p:spPr>
          <a:xfrm>
            <a:off x="10801350" y="4943475"/>
            <a:ext cx="6029325" cy="428625"/>
          </a:xfrm>
          <a:prstGeom prst="rect">
            <a:avLst/>
          </a:prstGeom>
          <a:noFill/>
          <a:ln w="0">
            <a:noFill/>
            <a:prstDash val="solid"/>
          </a:ln>
        </p:spPr>
        <p:txBody>
          <a:bodyPr wrap="square" lIns="57150" tIns="28575" rIns="57150" bIns="28575" anchor="ctr">
            <a:normAutofit/>
          </a:bodyPr>
          <a:lstStyle/>
          <a:p>
            <a:pPr algn="l">
              <a:defRPr sz="1125" b="1">
                <a:solidFill>
                  <a:srgbClr val="0B1A63"/>
                </a:solidFill>
                <a:latin typeface="JetBrains Mono"/>
                <a:ea typeface="JetBrains Mono"/>
                <a:cs typeface="JetBrains Mono"/>
              </a:defRPr>
            </a:pPr>
            <a:r>
              <a:rPr sz="1688" b="1" dirty="0">
                <a:solidFill>
                  <a:srgbClr val="0B1A63"/>
                </a:solidFill>
                <a:latin typeface="JetBrains Mono"/>
                <a:ea typeface="JetBrains Mono"/>
                <a:cs typeface="JetBrains Mono"/>
              </a:rPr>
              <a:t>DATEFROMPARTS(</a:t>
            </a:r>
            <a:r>
              <a:rPr sz="1688" b="1" dirty="0" err="1">
                <a:solidFill>
                  <a:srgbClr val="0B1A63"/>
                </a:solidFill>
                <a:latin typeface="JetBrains Mono"/>
                <a:ea typeface="JetBrains Mono"/>
                <a:cs typeface="JetBrains Mono"/>
              </a:rPr>
              <a:t>año</a:t>
            </a:r>
            <a:r>
              <a:rPr sz="1688" b="1" dirty="0">
                <a:solidFill>
                  <a:srgbClr val="0B1A63"/>
                </a:solidFill>
                <a:latin typeface="JetBrains Mono"/>
                <a:ea typeface="JetBrains Mono"/>
                <a:cs typeface="JetBrains Mono"/>
              </a:rPr>
              <a:t>, </a:t>
            </a:r>
            <a:r>
              <a:rPr sz="1688" b="1" dirty="0" err="1">
                <a:solidFill>
                  <a:srgbClr val="0B1A63"/>
                </a:solidFill>
                <a:latin typeface="JetBrains Mono"/>
                <a:ea typeface="JetBrains Mono"/>
                <a:cs typeface="JetBrains Mono"/>
              </a:rPr>
              <a:t>mes</a:t>
            </a:r>
            <a:r>
              <a:rPr sz="1688" b="1" dirty="0">
                <a:solidFill>
                  <a:srgbClr val="0B1A63"/>
                </a:solidFill>
                <a:latin typeface="JetBrains Mono"/>
                <a:ea typeface="JetBrains Mono"/>
                <a:cs typeface="JetBrains Mono"/>
              </a:rPr>
              <a:t>, día)</a:t>
            </a:r>
          </a:p>
        </p:txBody>
      </p:sp>
      <p:sp>
        <p:nvSpPr>
          <p:cNvPr id="24" name="Rectángulo 23">
            <a:extLst>
              <a:ext uri="{FF2B5EF4-FFF2-40B4-BE49-F238E27FC236}">
                <a16:creationId xmlns:a16="http://schemas.microsoft.com/office/drawing/2014/main" id="{C2020274-C440-49C5-8BE4-44C9F72425EF}"/>
              </a:ext>
            </a:extLst>
          </p:cNvPr>
          <p:cNvSpPr>
            <a:spLocks noGrp="1"/>
          </p:cNvSpPr>
          <p:nvPr/>
        </p:nvSpPr>
        <p:spPr>
          <a:xfrm>
            <a:off x="10801350" y="5386388"/>
            <a:ext cx="6029325" cy="542925"/>
          </a:xfrm>
          <a:prstGeom prst="rect">
            <a:avLst/>
          </a:prstGeom>
          <a:noFill/>
          <a:ln w="0">
            <a:noFill/>
            <a:prstDash val="solid"/>
          </a:ln>
        </p:spPr>
        <p:txBody>
          <a:bodyPr wrap="square" lIns="57150" tIns="28575" rIns="57150" bIns="28575" anchor="ctr">
            <a:normAutofit/>
          </a:bodyPr>
          <a:lstStyle/>
          <a:p>
            <a:pPr algn="l">
              <a:defRPr sz="1200" b="0">
                <a:solidFill>
                  <a:srgbClr val="211D2C"/>
                </a:solidFill>
                <a:latin typeface="Outfit"/>
                <a:ea typeface="Outfit"/>
                <a:cs typeface="Outfit"/>
              </a:defRPr>
            </a:pPr>
            <a:r>
              <a:rPr dirty="0" err="1">
                <a:solidFill>
                  <a:srgbClr val="211D2C"/>
                </a:solidFill>
                <a:latin typeface="Outfit"/>
                <a:ea typeface="Outfit"/>
                <a:cs typeface="Outfit"/>
              </a:rPr>
              <a:t>Construye</a:t>
            </a:r>
            <a:r>
              <a:rPr dirty="0">
                <a:solidFill>
                  <a:srgbClr val="211D2C"/>
                </a:solidFill>
                <a:latin typeface="Outfit"/>
                <a:ea typeface="Outfit"/>
                <a:cs typeface="Outfit"/>
              </a:rPr>
              <a:t> la </a:t>
            </a:r>
            <a:r>
              <a:rPr dirty="0" err="1">
                <a:solidFill>
                  <a:srgbClr val="211D2C"/>
                </a:solidFill>
                <a:latin typeface="Outfit"/>
                <a:ea typeface="Outfit"/>
                <a:cs typeface="Outfit"/>
              </a:rPr>
              <a:t>fecha</a:t>
            </a:r>
            <a:r>
              <a:rPr dirty="0">
                <a:solidFill>
                  <a:srgbClr val="211D2C"/>
                </a:solidFill>
                <a:latin typeface="Outfit"/>
                <a:ea typeface="Outfit"/>
                <a:cs typeface="Outfit"/>
              </a:rPr>
              <a:t> .</a:t>
            </a:r>
          </a:p>
        </p:txBody>
      </p:sp>
      <p:sp>
        <p:nvSpPr>
          <p:cNvPr id="25" name="Conector recto 24">
            <a:extLst>
              <a:ext uri="{FF2B5EF4-FFF2-40B4-BE49-F238E27FC236}">
                <a16:creationId xmlns:a16="http://schemas.microsoft.com/office/drawing/2014/main" id="{EF908FE3-CB73-491B-859A-8E3ECAD3A139}"/>
              </a:ext>
            </a:extLst>
          </p:cNvPr>
          <p:cNvSpPr>
            <a:spLocks noGrp="1"/>
          </p:cNvSpPr>
          <p:nvPr/>
        </p:nvSpPr>
        <p:spPr>
          <a:xfrm>
            <a:off x="10801350" y="5972175"/>
            <a:ext cx="6029325" cy="0"/>
          </a:xfrm>
          <a:prstGeom prst="line">
            <a:avLst/>
          </a:prstGeom>
          <a:noFill/>
          <a:ln w="9525">
            <a:solidFill>
              <a:srgbClr val="DDD5EC"/>
            </a:solidFill>
            <a:prstDash val="solid"/>
          </a:ln>
        </p:spPr>
        <p:txBody>
          <a:bodyPr/>
          <a:lstStyle/>
          <a:p>
            <a:endParaRPr lang="es-ES" sz="2700"/>
          </a:p>
        </p:txBody>
      </p:sp>
      <p:sp>
        <p:nvSpPr>
          <p:cNvPr id="26" name="Rectángulo 25">
            <a:extLst>
              <a:ext uri="{FF2B5EF4-FFF2-40B4-BE49-F238E27FC236}">
                <a16:creationId xmlns:a16="http://schemas.microsoft.com/office/drawing/2014/main" id="{FD7494DB-B84B-4A30-A33F-82BC1177F8A4}"/>
              </a:ext>
            </a:extLst>
          </p:cNvPr>
          <p:cNvSpPr>
            <a:spLocks noGrp="1"/>
          </p:cNvSpPr>
          <p:nvPr/>
        </p:nvSpPr>
        <p:spPr>
          <a:xfrm>
            <a:off x="10801350" y="6143625"/>
            <a:ext cx="6029325" cy="428625"/>
          </a:xfrm>
          <a:prstGeom prst="rect">
            <a:avLst/>
          </a:prstGeom>
          <a:noFill/>
          <a:ln w="0">
            <a:noFill/>
            <a:prstDash val="solid"/>
          </a:ln>
        </p:spPr>
        <p:txBody>
          <a:bodyPr wrap="square" lIns="57150" tIns="28575" rIns="57150" bIns="28575" anchor="ctr">
            <a:normAutofit/>
          </a:bodyPr>
          <a:lstStyle/>
          <a:p>
            <a:pPr algn="l">
              <a:defRPr sz="1500" b="1">
                <a:solidFill>
                  <a:srgbClr val="F2A900"/>
                </a:solidFill>
                <a:latin typeface="Outfit"/>
                <a:ea typeface="Outfit"/>
                <a:cs typeface="Outfit"/>
              </a:defRPr>
            </a:pPr>
            <a:r>
              <a:rPr lang="es-ES" sz="2250" b="1" dirty="0">
                <a:solidFill>
                  <a:srgbClr val="FF0000"/>
                </a:solidFill>
                <a:latin typeface="Outfit"/>
                <a:ea typeface="Outfit"/>
                <a:cs typeface="Outfit"/>
              </a:rPr>
              <a:t>*</a:t>
            </a:r>
            <a:r>
              <a:rPr sz="2250" b="1" dirty="0">
                <a:solidFill>
                  <a:srgbClr val="FF0000"/>
                </a:solidFill>
                <a:latin typeface="Outfit"/>
                <a:ea typeface="Outfit"/>
                <a:cs typeface="Outfit"/>
              </a:rPr>
              <a:t>DATE</a:t>
            </a:r>
            <a:r>
              <a:rPr lang="es-ES" sz="2250" b="1" dirty="0">
                <a:solidFill>
                  <a:srgbClr val="FF0000"/>
                </a:solidFill>
                <a:latin typeface="Outfit"/>
                <a:ea typeface="Outfit"/>
                <a:cs typeface="Outfit"/>
              </a:rPr>
              <a:t>ADD</a:t>
            </a:r>
            <a:endParaRPr sz="2250" b="1" dirty="0">
              <a:solidFill>
                <a:srgbClr val="FF0000"/>
              </a:solidFill>
              <a:latin typeface="Outfit"/>
              <a:ea typeface="Outfit"/>
              <a:cs typeface="Outfit"/>
            </a:endParaRPr>
          </a:p>
        </p:txBody>
      </p:sp>
      <p:sp>
        <p:nvSpPr>
          <p:cNvPr id="27" name="Rectángulo 26">
            <a:extLst>
              <a:ext uri="{FF2B5EF4-FFF2-40B4-BE49-F238E27FC236}">
                <a16:creationId xmlns:a16="http://schemas.microsoft.com/office/drawing/2014/main" id="{1F603309-FF36-46A8-B7A2-EF205C9445B9}"/>
              </a:ext>
            </a:extLst>
          </p:cNvPr>
          <p:cNvSpPr>
            <a:spLocks noGrp="1"/>
          </p:cNvSpPr>
          <p:nvPr/>
        </p:nvSpPr>
        <p:spPr>
          <a:xfrm>
            <a:off x="10801350" y="6586538"/>
            <a:ext cx="6029325" cy="428625"/>
          </a:xfrm>
          <a:prstGeom prst="rect">
            <a:avLst/>
          </a:prstGeom>
          <a:noFill/>
          <a:ln w="0">
            <a:noFill/>
            <a:prstDash val="solid"/>
          </a:ln>
        </p:spPr>
        <p:txBody>
          <a:bodyPr wrap="square" lIns="57150" tIns="28575" rIns="57150" bIns="28575" anchor="ctr">
            <a:normAutofit/>
          </a:bodyPr>
          <a:lstStyle/>
          <a:p>
            <a:pPr algn="l">
              <a:defRPr sz="1125" b="1">
                <a:solidFill>
                  <a:srgbClr val="0B1A63"/>
                </a:solidFill>
                <a:latin typeface="JetBrains Mono"/>
                <a:ea typeface="JetBrains Mono"/>
                <a:cs typeface="JetBrains Mono"/>
              </a:defRPr>
            </a:pPr>
            <a:r>
              <a:rPr sz="1688" b="1" dirty="0">
                <a:solidFill>
                  <a:srgbClr val="0B1A63"/>
                </a:solidFill>
                <a:latin typeface="JetBrains Mono"/>
                <a:ea typeface="JetBrains Mono"/>
                <a:cs typeface="JetBrains Mono"/>
              </a:rPr>
              <a:t>DATEADD(MONTH, 1, </a:t>
            </a:r>
            <a:r>
              <a:rPr sz="1688" b="1" dirty="0" err="1">
                <a:solidFill>
                  <a:srgbClr val="0B1A63"/>
                </a:solidFill>
                <a:latin typeface="JetBrains Mono"/>
                <a:ea typeface="JetBrains Mono"/>
                <a:cs typeface="JetBrains Mono"/>
              </a:rPr>
              <a:t>fecha</a:t>
            </a:r>
            <a:r>
              <a:rPr sz="1688" b="1" dirty="0">
                <a:solidFill>
                  <a:srgbClr val="0B1A63"/>
                </a:solidFill>
                <a:latin typeface="JetBrains Mono"/>
                <a:ea typeface="JetBrains Mono"/>
                <a:cs typeface="JetBrains Mono"/>
              </a:rPr>
              <a:t>)</a:t>
            </a:r>
          </a:p>
        </p:txBody>
      </p:sp>
      <p:sp>
        <p:nvSpPr>
          <p:cNvPr id="28" name="Rectángulo 27">
            <a:extLst>
              <a:ext uri="{FF2B5EF4-FFF2-40B4-BE49-F238E27FC236}">
                <a16:creationId xmlns:a16="http://schemas.microsoft.com/office/drawing/2014/main" id="{FFFF2D0F-0723-4572-8EB4-812A1C22AA4D}"/>
              </a:ext>
            </a:extLst>
          </p:cNvPr>
          <p:cNvSpPr>
            <a:spLocks noGrp="1"/>
          </p:cNvSpPr>
          <p:nvPr/>
        </p:nvSpPr>
        <p:spPr>
          <a:xfrm>
            <a:off x="10801350" y="7029450"/>
            <a:ext cx="6029325" cy="542925"/>
          </a:xfrm>
          <a:prstGeom prst="rect">
            <a:avLst/>
          </a:prstGeom>
          <a:noFill/>
          <a:ln w="0">
            <a:noFill/>
            <a:prstDash val="solid"/>
          </a:ln>
        </p:spPr>
        <p:txBody>
          <a:bodyPr wrap="square" lIns="57150" tIns="28575" rIns="57150" bIns="28575" anchor="ctr">
            <a:normAutofit/>
          </a:bodyPr>
          <a:lstStyle/>
          <a:p>
            <a:pPr algn="l">
              <a:defRPr sz="1200" b="0">
                <a:solidFill>
                  <a:srgbClr val="211D2C"/>
                </a:solidFill>
                <a:latin typeface="Outfit"/>
                <a:ea typeface="Outfit"/>
                <a:cs typeface="Outfit"/>
              </a:defRPr>
            </a:pPr>
            <a:r>
              <a:rPr dirty="0" err="1">
                <a:solidFill>
                  <a:srgbClr val="211D2C"/>
                </a:solidFill>
                <a:latin typeface="Outfit"/>
                <a:ea typeface="Outfit"/>
                <a:cs typeface="Outfit"/>
              </a:rPr>
              <a:t>Desplaza</a:t>
            </a:r>
            <a:r>
              <a:rPr dirty="0">
                <a:solidFill>
                  <a:srgbClr val="211D2C"/>
                </a:solidFill>
                <a:latin typeface="Outfit"/>
                <a:ea typeface="Outfit"/>
                <a:cs typeface="Outfit"/>
              </a:rPr>
              <a:t> el </a:t>
            </a:r>
            <a:r>
              <a:rPr dirty="0" err="1">
                <a:solidFill>
                  <a:srgbClr val="211D2C"/>
                </a:solidFill>
                <a:latin typeface="Outfit"/>
                <a:ea typeface="Outfit"/>
                <a:cs typeface="Outfit"/>
              </a:rPr>
              <a:t>cálculo</a:t>
            </a:r>
            <a:r>
              <a:rPr dirty="0">
                <a:solidFill>
                  <a:srgbClr val="211D2C"/>
                </a:solidFill>
                <a:latin typeface="Outfit"/>
                <a:ea typeface="Outfit"/>
                <a:cs typeface="Outfit"/>
              </a:rPr>
              <a:t> al </a:t>
            </a:r>
            <a:r>
              <a:rPr dirty="0" err="1">
                <a:solidFill>
                  <a:srgbClr val="211D2C"/>
                </a:solidFill>
                <a:latin typeface="Outfit"/>
                <a:ea typeface="Outfit"/>
                <a:cs typeface="Outfit"/>
              </a:rPr>
              <a:t>mes</a:t>
            </a:r>
            <a:r>
              <a:rPr dirty="0">
                <a:solidFill>
                  <a:srgbClr val="211D2C"/>
                </a:solidFill>
                <a:latin typeface="Outfit"/>
                <a:ea typeface="Outfit"/>
                <a:cs typeface="Outfit"/>
              </a:rPr>
              <a:t> </a:t>
            </a:r>
            <a:r>
              <a:rPr dirty="0" err="1">
                <a:solidFill>
                  <a:srgbClr val="211D2C"/>
                </a:solidFill>
                <a:latin typeface="Outfit"/>
                <a:ea typeface="Outfit"/>
                <a:cs typeface="Outfit"/>
              </a:rPr>
              <a:t>siguiente</a:t>
            </a:r>
            <a:r>
              <a:rPr dirty="0">
                <a:solidFill>
                  <a:srgbClr val="211D2C"/>
                </a:solidFill>
                <a:latin typeface="Outfit"/>
                <a:ea typeface="Outfit"/>
                <a:cs typeface="Outfit"/>
              </a:rPr>
              <a:t>.</a:t>
            </a:r>
          </a:p>
        </p:txBody>
      </p:sp>
      <p:sp>
        <p:nvSpPr>
          <p:cNvPr id="29" name="Conector recto 28">
            <a:extLst>
              <a:ext uri="{FF2B5EF4-FFF2-40B4-BE49-F238E27FC236}">
                <a16:creationId xmlns:a16="http://schemas.microsoft.com/office/drawing/2014/main" id="{8677BAC5-B7B7-4BE3-B016-FE7243C10569}"/>
              </a:ext>
            </a:extLst>
          </p:cNvPr>
          <p:cNvSpPr>
            <a:spLocks noGrp="1"/>
          </p:cNvSpPr>
          <p:nvPr/>
        </p:nvSpPr>
        <p:spPr>
          <a:xfrm>
            <a:off x="10801350" y="7615238"/>
            <a:ext cx="6029325" cy="0"/>
          </a:xfrm>
          <a:prstGeom prst="line">
            <a:avLst/>
          </a:prstGeom>
          <a:noFill/>
          <a:ln w="9525">
            <a:solidFill>
              <a:srgbClr val="DDD5EC"/>
            </a:solidFill>
            <a:prstDash val="solid"/>
          </a:ln>
        </p:spPr>
        <p:txBody>
          <a:bodyPr/>
          <a:lstStyle/>
          <a:p>
            <a:endParaRPr lang="es-ES" sz="2700"/>
          </a:p>
        </p:txBody>
      </p:sp>
      <p:sp>
        <p:nvSpPr>
          <p:cNvPr id="30" name="Rectángulo: esquinas redondeadas 29">
            <a:extLst>
              <a:ext uri="{FF2B5EF4-FFF2-40B4-BE49-F238E27FC236}">
                <a16:creationId xmlns:a16="http://schemas.microsoft.com/office/drawing/2014/main" id="{1A7FE3B4-285B-4352-84A5-59BE80DB4043}"/>
              </a:ext>
            </a:extLst>
          </p:cNvPr>
          <p:cNvSpPr>
            <a:spLocks noGrp="1"/>
          </p:cNvSpPr>
          <p:nvPr/>
        </p:nvSpPr>
        <p:spPr>
          <a:xfrm>
            <a:off x="1314450" y="8229600"/>
            <a:ext cx="15516225" cy="771525"/>
          </a:xfrm>
          <a:prstGeom prst="roundRect">
            <a:avLst>
              <a:gd name="adj" fmla="val 22222"/>
            </a:avLst>
          </a:prstGeom>
          <a:solidFill>
            <a:srgbClr val="FFF0C6"/>
          </a:solidFill>
          <a:ln w="10478">
            <a:solidFill>
              <a:srgbClr val="E5B039"/>
            </a:solidFill>
            <a:prstDash val="solid"/>
          </a:ln>
        </p:spPr>
        <p:txBody>
          <a:bodyPr/>
          <a:lstStyle/>
          <a:p>
            <a:endParaRPr lang="es-ES" sz="2700"/>
          </a:p>
        </p:txBody>
      </p:sp>
      <p:sp>
        <p:nvSpPr>
          <p:cNvPr id="31" name="Rectángulo 30">
            <a:extLst>
              <a:ext uri="{FF2B5EF4-FFF2-40B4-BE49-F238E27FC236}">
                <a16:creationId xmlns:a16="http://schemas.microsoft.com/office/drawing/2014/main" id="{783DAFD6-FD7E-4880-8C22-0FCB32046FEF}"/>
              </a:ext>
            </a:extLst>
          </p:cNvPr>
          <p:cNvSpPr>
            <a:spLocks noGrp="1"/>
          </p:cNvSpPr>
          <p:nvPr/>
        </p:nvSpPr>
        <p:spPr>
          <a:xfrm>
            <a:off x="1600200" y="8343900"/>
            <a:ext cx="14944725" cy="542925"/>
          </a:xfrm>
          <a:prstGeom prst="rect">
            <a:avLst/>
          </a:prstGeom>
          <a:noFill/>
          <a:ln w="0">
            <a:noFill/>
            <a:prstDash val="solid"/>
          </a:ln>
        </p:spPr>
        <p:txBody>
          <a:bodyPr wrap="square" lIns="57150" tIns="28575" rIns="57150" bIns="28575" anchor="ctr">
            <a:normAutofit/>
          </a:bodyPr>
          <a:lstStyle/>
          <a:p>
            <a:pPr algn="ctr">
              <a:defRPr sz="1500" b="1">
                <a:solidFill>
                  <a:srgbClr val="0B1A63"/>
                </a:solidFill>
                <a:latin typeface="Outfit"/>
                <a:ea typeface="Outfit"/>
                <a:cs typeface="Outfit"/>
              </a:defRPr>
            </a:pPr>
            <a:r>
              <a:rPr sz="2250" b="1" dirty="0">
                <a:solidFill>
                  <a:srgbClr val="0B1A63"/>
                </a:solidFill>
                <a:latin typeface="Outfit"/>
                <a:ea typeface="Outfit"/>
                <a:cs typeface="Outfit"/>
              </a:rPr>
              <a:t>EOMONTH </a:t>
            </a:r>
            <a:r>
              <a:rPr sz="2250" b="1" dirty="0" err="1">
                <a:solidFill>
                  <a:srgbClr val="0B1A63"/>
                </a:solidFill>
                <a:latin typeface="Outfit"/>
                <a:ea typeface="Outfit"/>
                <a:cs typeface="Outfit"/>
              </a:rPr>
              <a:t>resuelve</a:t>
            </a:r>
            <a:r>
              <a:rPr sz="2250" b="1" dirty="0">
                <a:solidFill>
                  <a:srgbClr val="0B1A63"/>
                </a:solidFill>
                <a:latin typeface="Outfit"/>
                <a:ea typeface="Outfit"/>
                <a:cs typeface="Outfit"/>
              </a:rPr>
              <a:t> </a:t>
            </a:r>
            <a:r>
              <a:rPr sz="2250" b="1" dirty="0" err="1">
                <a:solidFill>
                  <a:srgbClr val="0B1A63"/>
                </a:solidFill>
                <a:latin typeface="Outfit"/>
                <a:ea typeface="Outfit"/>
                <a:cs typeface="Outfit"/>
              </a:rPr>
              <a:t>los</a:t>
            </a:r>
            <a:r>
              <a:rPr sz="2250" b="1" dirty="0">
                <a:solidFill>
                  <a:srgbClr val="0B1A63"/>
                </a:solidFill>
                <a:latin typeface="Outfit"/>
                <a:ea typeface="Outfit"/>
                <a:cs typeface="Outfit"/>
              </a:rPr>
              <a:t> meses </a:t>
            </a:r>
            <a:r>
              <a:rPr sz="2250" b="1" dirty="0" err="1">
                <a:solidFill>
                  <a:srgbClr val="0B1A63"/>
                </a:solidFill>
                <a:latin typeface="Outfit"/>
                <a:ea typeface="Outfit"/>
                <a:cs typeface="Outfit"/>
              </a:rPr>
              <a:t>irregulares</a:t>
            </a:r>
            <a:r>
              <a:rPr sz="2250" b="1" dirty="0">
                <a:solidFill>
                  <a:srgbClr val="0B1A63"/>
                </a:solidFill>
                <a:latin typeface="Outfit"/>
                <a:ea typeface="Outfit"/>
                <a:cs typeface="Outfit"/>
              </a:rPr>
              <a:t>. Las </a:t>
            </a:r>
            <a:r>
              <a:rPr sz="2250" b="1" dirty="0" err="1">
                <a:solidFill>
                  <a:srgbClr val="0B1A63"/>
                </a:solidFill>
                <a:latin typeface="Outfit"/>
                <a:ea typeface="Outfit"/>
                <a:cs typeface="Outfit"/>
              </a:rPr>
              <a:t>funciones</a:t>
            </a:r>
            <a:r>
              <a:rPr sz="2250" b="1" dirty="0">
                <a:solidFill>
                  <a:srgbClr val="0B1A63"/>
                </a:solidFill>
                <a:latin typeface="Outfit"/>
                <a:ea typeface="Outfit"/>
                <a:cs typeface="Outfit"/>
              </a:rPr>
              <a:t> </a:t>
            </a:r>
            <a:r>
              <a:rPr sz="2250" b="1" dirty="0" err="1">
                <a:solidFill>
                  <a:srgbClr val="0B1A63"/>
                </a:solidFill>
                <a:latin typeface="Outfit"/>
                <a:ea typeface="Outfit"/>
                <a:cs typeface="Outfit"/>
              </a:rPr>
              <a:t>auxiliares</a:t>
            </a:r>
            <a:r>
              <a:rPr sz="2250" b="1" dirty="0">
                <a:solidFill>
                  <a:srgbClr val="0B1A63"/>
                </a:solidFill>
                <a:latin typeface="Outfit"/>
                <a:ea typeface="Outfit"/>
                <a:cs typeface="Outfit"/>
              </a:rPr>
              <a:t> </a:t>
            </a:r>
            <a:r>
              <a:rPr sz="2250" b="1" dirty="0" err="1">
                <a:solidFill>
                  <a:srgbClr val="0B1A63"/>
                </a:solidFill>
                <a:latin typeface="Outfit"/>
                <a:ea typeface="Outfit"/>
                <a:cs typeface="Outfit"/>
              </a:rPr>
              <a:t>completan</a:t>
            </a:r>
            <a:r>
              <a:rPr sz="2250" b="1" dirty="0">
                <a:solidFill>
                  <a:srgbClr val="0B1A63"/>
                </a:solidFill>
                <a:latin typeface="Outfit"/>
                <a:ea typeface="Outfit"/>
                <a:cs typeface="Outfit"/>
              </a:rPr>
              <a:t> el </a:t>
            </a:r>
            <a:r>
              <a:rPr sz="2250" b="1" dirty="0" err="1">
                <a:solidFill>
                  <a:srgbClr val="0B1A63"/>
                </a:solidFill>
                <a:latin typeface="Outfit"/>
                <a:ea typeface="Outfit"/>
                <a:cs typeface="Outfit"/>
              </a:rPr>
              <a:t>cálculo</a:t>
            </a:r>
            <a:r>
              <a:rPr sz="2250" b="1" dirty="0">
                <a:solidFill>
                  <a:srgbClr val="0B1A63"/>
                </a:solidFill>
                <a:latin typeface="Outfit"/>
                <a:ea typeface="Outfit"/>
                <a:cs typeface="Outfit"/>
              </a:rPr>
              <a:t>.</a:t>
            </a:r>
          </a:p>
        </p:txBody>
      </p:sp>
    </p:spTree>
    <p:extLst>
      <p:ext uri="{BB962C8B-B14F-4D97-AF65-F5344CB8AC3E}">
        <p14:creationId xmlns:p14="http://schemas.microsoft.com/office/powerpoint/2010/main" val="131564143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a:extLst>
            <a:ext uri="{FF2B5EF4-FFF2-40B4-BE49-F238E27FC236}">
              <a16:creationId xmlns:a16="http://schemas.microsoft.com/office/drawing/2014/main" id="{0CC2CED0-5BEB-ECF4-D039-775C4ADD6F15}"/>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23E4BEFC-23DB-F410-C6B3-7C63242A30EE}"/>
              </a:ext>
            </a:extLst>
          </p:cNvPr>
          <p:cNvSpPr/>
          <p:nvPr/>
        </p:nvSpPr>
        <p:spPr>
          <a:xfrm>
            <a:off x="1059781" y="937725"/>
            <a:ext cx="9991087" cy="391783"/>
          </a:xfrm>
          <a:prstGeom prst="rect">
            <a:avLst/>
          </a:prstGeom>
          <a:noFill/>
          <a:ln/>
        </p:spPr>
        <p:txBody>
          <a:bodyPr wrap="square" lIns="25400" tIns="25400" rIns="25400" bIns="25400" rtlCol="0" anchor="t">
            <a:normAutofit/>
          </a:bodyPr>
          <a:lstStyle/>
          <a:p>
            <a:pPr marL="0" indent="0" algn="l">
              <a:buNone/>
            </a:pPr>
            <a:r>
              <a:rPr lang="en-US" sz="2100" kern="0" spc="462" dirty="0">
                <a:solidFill>
                  <a:srgbClr val="6B3FA8"/>
                </a:solidFill>
                <a:latin typeface="JetBrains Mono" pitchFamily="34" charset="0"/>
                <a:ea typeface="JetBrains Mono" pitchFamily="34" charset="-122"/>
                <a:cs typeface="JetBrains Mono" pitchFamily="34" charset="-120"/>
              </a:rPr>
              <a:t>APARTADO 3.2</a:t>
            </a:r>
            <a:endParaRPr lang="en-US" sz="2100" dirty="0"/>
          </a:p>
        </p:txBody>
      </p:sp>
      <p:sp>
        <p:nvSpPr>
          <p:cNvPr id="3" name="Text 1">
            <a:extLst>
              <a:ext uri="{FF2B5EF4-FFF2-40B4-BE49-F238E27FC236}">
                <a16:creationId xmlns:a16="http://schemas.microsoft.com/office/drawing/2014/main" id="{C3FF35FD-0453-9715-A61B-90F468553803}"/>
              </a:ext>
            </a:extLst>
          </p:cNvPr>
          <p:cNvSpPr/>
          <p:nvPr/>
        </p:nvSpPr>
        <p:spPr>
          <a:xfrm>
            <a:off x="1184212" y="1329933"/>
            <a:ext cx="14764380" cy="1058200"/>
          </a:xfrm>
          <a:prstGeom prst="rect">
            <a:avLst/>
          </a:prstGeom>
          <a:noFill/>
          <a:ln/>
        </p:spPr>
        <p:txBody>
          <a:bodyPr wrap="square" lIns="25400" tIns="25400" rIns="25400" bIns="25400" rtlCol="0" anchor="t">
            <a:noAutofit/>
          </a:bodyPr>
          <a:lstStyle/>
          <a:p>
            <a:pPr marL="0" indent="0" algn="ctr">
              <a:buNone/>
            </a:pPr>
            <a:r>
              <a:rPr lang="en-US" sz="5700" b="1" kern="0" spc="-114" dirty="0" err="1">
                <a:solidFill>
                  <a:srgbClr val="211E2B"/>
                </a:solidFill>
                <a:latin typeface="Outfit" pitchFamily="34" charset="0"/>
                <a:ea typeface="Outfit" pitchFamily="34" charset="-122"/>
              </a:rPr>
              <a:t>Lógica</a:t>
            </a:r>
            <a:r>
              <a:rPr lang="en-US" sz="5700" b="1" kern="0" spc="-114" dirty="0">
                <a:solidFill>
                  <a:srgbClr val="211E2B"/>
                </a:solidFill>
                <a:latin typeface="Outfit" pitchFamily="34" charset="0"/>
                <a:ea typeface="Outfit" pitchFamily="34" charset="-122"/>
              </a:rPr>
              <a:t> de la consulta de </a:t>
            </a:r>
            <a:r>
              <a:rPr lang="en-US" sz="5700" b="1" kern="0" spc="-114" dirty="0" err="1">
                <a:solidFill>
                  <a:srgbClr val="211E2B"/>
                </a:solidFill>
                <a:latin typeface="Outfit" pitchFamily="34" charset="0"/>
                <a:ea typeface="Outfit" pitchFamily="34" charset="-122"/>
              </a:rPr>
              <a:t>validación</a:t>
            </a:r>
            <a:endParaRPr lang="en-US" sz="5700" dirty="0"/>
          </a:p>
        </p:txBody>
      </p:sp>
      <p:sp>
        <p:nvSpPr>
          <p:cNvPr id="13" name="Text 10">
            <a:extLst>
              <a:ext uri="{FF2B5EF4-FFF2-40B4-BE49-F238E27FC236}">
                <a16:creationId xmlns:a16="http://schemas.microsoft.com/office/drawing/2014/main" id="{254E3BE4-EB8A-B05F-2E4E-FEDDDED5D9C9}"/>
              </a:ext>
            </a:extLst>
          </p:cNvPr>
          <p:cNvSpPr/>
          <p:nvPr/>
        </p:nvSpPr>
        <p:spPr>
          <a:xfrm>
            <a:off x="1047705" y="9171362"/>
            <a:ext cx="17811848" cy="391783"/>
          </a:xfrm>
          <a:prstGeom prst="rect">
            <a:avLst/>
          </a:prstGeom>
          <a:noFill/>
          <a:ln/>
        </p:spPr>
        <p:txBody>
          <a:bodyPr wrap="square" lIns="25400" tIns="25400" rIns="25400" bIns="25400" rtlCol="0" anchor="t">
            <a:normAutofit/>
          </a:bodyPr>
          <a:lstStyle/>
          <a:p>
            <a:pPr marL="0" indent="0" algn="l">
              <a:buNone/>
            </a:pPr>
            <a:r>
              <a:rPr lang="en-US" sz="2100" dirty="0">
                <a:solidFill>
                  <a:srgbClr val="6B6577"/>
                </a:solidFill>
                <a:latin typeface="JetBrains Mono" pitchFamily="34" charset="0"/>
                <a:ea typeface="JetBrains Mono" pitchFamily="34" charset="-122"/>
                <a:cs typeface="JetBrains Mono" pitchFamily="34" charset="-120"/>
              </a:rPr>
              <a:t>#techenelpueblo · #somoscomunidad · #ppwclm · #madridejos</a:t>
            </a:r>
            <a:endParaRPr lang="en-US" sz="2100" dirty="0"/>
          </a:p>
        </p:txBody>
      </p:sp>
      <p:pic>
        <p:nvPicPr>
          <p:cNvPr id="15" name="Image 0" descr="preencoded.png">
            <a:extLst>
              <a:ext uri="{FF2B5EF4-FFF2-40B4-BE49-F238E27FC236}">
                <a16:creationId xmlns:a16="http://schemas.microsoft.com/office/drawing/2014/main" id="{DA1C45CE-9CC3-7039-C0AF-CED39BA17138}"/>
              </a:ext>
            </a:extLst>
          </p:cNvPr>
          <p:cNvPicPr>
            <a:picLocks noChangeAspect="1"/>
          </p:cNvPicPr>
          <p:nvPr/>
        </p:nvPicPr>
        <p:blipFill>
          <a:blip r:embed="rId3">
            <a:alphaModFix amt="85000"/>
          </a:blip>
          <a:stretch>
            <a:fillRect/>
          </a:stretch>
        </p:blipFill>
        <p:spPr>
          <a:xfrm>
            <a:off x="16192590" y="952410"/>
            <a:ext cx="1047705" cy="1047705"/>
          </a:xfrm>
          <a:prstGeom prst="rect">
            <a:avLst/>
          </a:prstGeom>
        </p:spPr>
      </p:pic>
      <p:pic>
        <p:nvPicPr>
          <p:cNvPr id="9" name="Imagen 8">
            <a:extLst>
              <a:ext uri="{FF2B5EF4-FFF2-40B4-BE49-F238E27FC236}">
                <a16:creationId xmlns:a16="http://schemas.microsoft.com/office/drawing/2014/main" id="{214E5D4A-7FA7-FC0A-E1AE-53104CD99EA9}"/>
              </a:ext>
            </a:extLst>
          </p:cNvPr>
          <p:cNvPicPr>
            <a:picLocks noChangeAspect="1"/>
          </p:cNvPicPr>
          <p:nvPr/>
        </p:nvPicPr>
        <p:blipFill>
          <a:blip r:embed="rId4"/>
          <a:srcRect l="1114" t="25541" r="680" b="18882"/>
          <a:stretch>
            <a:fillRect/>
          </a:stretch>
        </p:blipFill>
        <p:spPr>
          <a:xfrm>
            <a:off x="369235" y="2673019"/>
            <a:ext cx="17079220" cy="5439718"/>
          </a:xfrm>
          <a:prstGeom prst="rect">
            <a:avLst/>
          </a:prstGeom>
        </p:spPr>
      </p:pic>
    </p:spTree>
    <p:extLst>
      <p:ext uri="{BB962C8B-B14F-4D97-AF65-F5344CB8AC3E}">
        <p14:creationId xmlns:p14="http://schemas.microsoft.com/office/powerpoint/2010/main" val="21840448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a:extLst>
            <a:ext uri="{FF2B5EF4-FFF2-40B4-BE49-F238E27FC236}">
              <a16:creationId xmlns:a16="http://schemas.microsoft.com/office/drawing/2014/main" id="{B8FC9BB9-A548-ADD4-400E-02E0D83D2874}"/>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65FE56C-7371-D061-F03A-ED4BCDBCCE86}"/>
              </a:ext>
            </a:extLst>
          </p:cNvPr>
          <p:cNvSpPr/>
          <p:nvPr/>
        </p:nvSpPr>
        <p:spPr>
          <a:xfrm>
            <a:off x="1059781" y="937725"/>
            <a:ext cx="9991087" cy="391783"/>
          </a:xfrm>
          <a:prstGeom prst="rect">
            <a:avLst/>
          </a:prstGeom>
          <a:noFill/>
          <a:ln/>
        </p:spPr>
        <p:txBody>
          <a:bodyPr wrap="square" lIns="25400" tIns="25400" rIns="25400" bIns="25400" rtlCol="0" anchor="t">
            <a:normAutofit/>
          </a:bodyPr>
          <a:lstStyle/>
          <a:p>
            <a:pPr marL="0" indent="0" algn="l">
              <a:buNone/>
            </a:pPr>
            <a:r>
              <a:rPr lang="en-US" sz="2100" kern="0" spc="462" dirty="0">
                <a:solidFill>
                  <a:srgbClr val="6B3FA8"/>
                </a:solidFill>
                <a:latin typeface="JetBrains Mono" pitchFamily="34" charset="0"/>
                <a:ea typeface="JetBrains Mono" pitchFamily="34" charset="-122"/>
                <a:cs typeface="JetBrains Mono" pitchFamily="34" charset="-120"/>
              </a:rPr>
              <a:t>APARTADO 3.3</a:t>
            </a:r>
            <a:endParaRPr lang="en-US" sz="2100" dirty="0"/>
          </a:p>
        </p:txBody>
      </p:sp>
      <p:sp>
        <p:nvSpPr>
          <p:cNvPr id="3" name="Text 1">
            <a:extLst>
              <a:ext uri="{FF2B5EF4-FFF2-40B4-BE49-F238E27FC236}">
                <a16:creationId xmlns:a16="http://schemas.microsoft.com/office/drawing/2014/main" id="{923743EE-1C03-1C71-F217-0D26893CBE8B}"/>
              </a:ext>
            </a:extLst>
          </p:cNvPr>
          <p:cNvSpPr/>
          <p:nvPr/>
        </p:nvSpPr>
        <p:spPr>
          <a:xfrm>
            <a:off x="1184212" y="1329933"/>
            <a:ext cx="14764380" cy="1058200"/>
          </a:xfrm>
          <a:prstGeom prst="rect">
            <a:avLst/>
          </a:prstGeom>
          <a:noFill/>
          <a:ln/>
        </p:spPr>
        <p:txBody>
          <a:bodyPr wrap="none" lIns="25400" tIns="25400" rIns="25400" bIns="25400" rtlCol="0" anchor="t">
            <a:noAutofit/>
          </a:bodyPr>
          <a:lstStyle/>
          <a:p>
            <a:pPr marL="0" indent="0" algn="ctr">
              <a:buNone/>
            </a:pPr>
            <a:r>
              <a:rPr lang="en-US" sz="5700" b="1" kern="0" spc="-114" dirty="0" err="1">
                <a:solidFill>
                  <a:srgbClr val="211E2B"/>
                </a:solidFill>
                <a:latin typeface="Outfit" pitchFamily="34" charset="0"/>
                <a:ea typeface="Outfit" pitchFamily="34" charset="-122"/>
              </a:rPr>
              <a:t>Actualización</a:t>
            </a:r>
            <a:r>
              <a:rPr lang="en-US" sz="5700" b="1" kern="0" spc="-114" dirty="0">
                <a:solidFill>
                  <a:srgbClr val="211E2B"/>
                </a:solidFill>
                <a:latin typeface="Outfit" pitchFamily="34" charset="0"/>
                <a:ea typeface="Outfit" pitchFamily="34" charset="-122"/>
              </a:rPr>
              <a:t> </a:t>
            </a:r>
            <a:r>
              <a:rPr lang="en-US" sz="5700" b="1" kern="0" spc="-114" dirty="0" err="1">
                <a:solidFill>
                  <a:srgbClr val="211E2B"/>
                </a:solidFill>
                <a:latin typeface="Outfit" pitchFamily="34" charset="0"/>
                <a:ea typeface="Outfit" pitchFamily="34" charset="-122"/>
              </a:rPr>
              <a:t>controlada</a:t>
            </a:r>
            <a:r>
              <a:rPr lang="en-US" sz="5700" b="1" kern="0" spc="-114" dirty="0">
                <a:solidFill>
                  <a:srgbClr val="211E2B"/>
                </a:solidFill>
                <a:latin typeface="Outfit" pitchFamily="34" charset="0"/>
                <a:ea typeface="Outfit" pitchFamily="34" charset="-122"/>
              </a:rPr>
              <a:t> y </a:t>
            </a:r>
            <a:r>
              <a:rPr lang="en-US" sz="5700" b="1" kern="0" spc="-114" dirty="0" err="1">
                <a:solidFill>
                  <a:srgbClr val="211E2B"/>
                </a:solidFill>
                <a:latin typeface="Outfit" pitchFamily="34" charset="0"/>
                <a:ea typeface="Outfit" pitchFamily="34" charset="-122"/>
              </a:rPr>
              <a:t>comprobación</a:t>
            </a:r>
            <a:r>
              <a:rPr lang="en-US" sz="5700" b="1" kern="0" spc="-114" dirty="0">
                <a:solidFill>
                  <a:srgbClr val="211E2B"/>
                </a:solidFill>
                <a:latin typeface="Outfit" pitchFamily="34" charset="0"/>
                <a:ea typeface="Outfit" pitchFamily="34" charset="-122"/>
              </a:rPr>
              <a:t> final</a:t>
            </a:r>
            <a:endParaRPr lang="en-US" sz="5700" dirty="0"/>
          </a:p>
        </p:txBody>
      </p:sp>
      <p:sp>
        <p:nvSpPr>
          <p:cNvPr id="13" name="Text 10">
            <a:extLst>
              <a:ext uri="{FF2B5EF4-FFF2-40B4-BE49-F238E27FC236}">
                <a16:creationId xmlns:a16="http://schemas.microsoft.com/office/drawing/2014/main" id="{3CEF4D87-B2E4-FEE9-37CD-7CADD9556EDD}"/>
              </a:ext>
            </a:extLst>
          </p:cNvPr>
          <p:cNvSpPr/>
          <p:nvPr/>
        </p:nvSpPr>
        <p:spPr>
          <a:xfrm>
            <a:off x="1047705" y="9171362"/>
            <a:ext cx="17811848" cy="391783"/>
          </a:xfrm>
          <a:prstGeom prst="rect">
            <a:avLst/>
          </a:prstGeom>
          <a:noFill/>
          <a:ln/>
        </p:spPr>
        <p:txBody>
          <a:bodyPr wrap="square" lIns="25400" tIns="25400" rIns="25400" bIns="25400" rtlCol="0" anchor="t">
            <a:normAutofit/>
          </a:bodyPr>
          <a:lstStyle/>
          <a:p>
            <a:pPr marL="0" indent="0" algn="l">
              <a:buNone/>
            </a:pPr>
            <a:r>
              <a:rPr lang="en-US" sz="2100" dirty="0">
                <a:solidFill>
                  <a:srgbClr val="6B6577"/>
                </a:solidFill>
                <a:latin typeface="JetBrains Mono" pitchFamily="34" charset="0"/>
                <a:ea typeface="JetBrains Mono" pitchFamily="34" charset="-122"/>
                <a:cs typeface="JetBrains Mono" pitchFamily="34" charset="-120"/>
              </a:rPr>
              <a:t>#techenelpueblo · #somoscomunidad · #ppwclm · #madridejos</a:t>
            </a:r>
            <a:endParaRPr lang="en-US" sz="2100" dirty="0"/>
          </a:p>
        </p:txBody>
      </p:sp>
      <p:pic>
        <p:nvPicPr>
          <p:cNvPr id="15" name="Image 0" descr="preencoded.png">
            <a:extLst>
              <a:ext uri="{FF2B5EF4-FFF2-40B4-BE49-F238E27FC236}">
                <a16:creationId xmlns:a16="http://schemas.microsoft.com/office/drawing/2014/main" id="{542DD526-7BEF-8881-4246-9A4AB8E58CDC}"/>
              </a:ext>
            </a:extLst>
          </p:cNvPr>
          <p:cNvPicPr>
            <a:picLocks noChangeAspect="1"/>
          </p:cNvPicPr>
          <p:nvPr/>
        </p:nvPicPr>
        <p:blipFill>
          <a:blip r:embed="rId3">
            <a:alphaModFix amt="85000"/>
          </a:blip>
          <a:stretch>
            <a:fillRect/>
          </a:stretch>
        </p:blipFill>
        <p:spPr>
          <a:xfrm>
            <a:off x="16192590" y="952410"/>
            <a:ext cx="1047705" cy="1047705"/>
          </a:xfrm>
          <a:prstGeom prst="rect">
            <a:avLst/>
          </a:prstGeom>
        </p:spPr>
      </p:pic>
      <p:pic>
        <p:nvPicPr>
          <p:cNvPr id="6" name="Imagen 5">
            <a:extLst>
              <a:ext uri="{FF2B5EF4-FFF2-40B4-BE49-F238E27FC236}">
                <a16:creationId xmlns:a16="http://schemas.microsoft.com/office/drawing/2014/main" id="{D8A89524-BDB4-8EC2-E25B-EEA3146D32FE}"/>
              </a:ext>
            </a:extLst>
          </p:cNvPr>
          <p:cNvPicPr>
            <a:picLocks noChangeAspect="1"/>
          </p:cNvPicPr>
          <p:nvPr/>
        </p:nvPicPr>
        <p:blipFill>
          <a:blip r:embed="rId4"/>
          <a:srcRect l="2604" t="28846" r="2604" b="14052"/>
          <a:stretch>
            <a:fillRect/>
          </a:stretch>
        </p:blipFill>
        <p:spPr>
          <a:xfrm>
            <a:off x="1288473" y="2729901"/>
            <a:ext cx="15711054" cy="5323656"/>
          </a:xfrm>
          <a:prstGeom prst="rect">
            <a:avLst/>
          </a:prstGeom>
        </p:spPr>
      </p:pic>
    </p:spTree>
    <p:extLst>
      <p:ext uri="{BB962C8B-B14F-4D97-AF65-F5344CB8AC3E}">
        <p14:creationId xmlns:p14="http://schemas.microsoft.com/office/powerpoint/2010/main" val="22692281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6B3FA8"/>
        </a:solidFill>
        <a:effectLst/>
      </p:bgPr>
    </p:bg>
    <p:spTree>
      <p:nvGrpSpPr>
        <p:cNvPr id="1" name="">
          <a:extLst>
            <a:ext uri="{FF2B5EF4-FFF2-40B4-BE49-F238E27FC236}">
              <a16:creationId xmlns:a16="http://schemas.microsoft.com/office/drawing/2014/main" id="{2723B99E-17BC-6015-EA21-54D716A76587}"/>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FB17175F-13B5-BAC0-E956-823C45721301}"/>
              </a:ext>
            </a:extLst>
          </p:cNvPr>
          <p:cNvPicPr>
            <a:picLocks noChangeAspect="1"/>
          </p:cNvPicPr>
          <p:nvPr/>
        </p:nvPicPr>
        <p:blipFill>
          <a:blip r:embed="rId3">
            <a:alphaModFix amt="14000"/>
          </a:blip>
          <a:stretch>
            <a:fillRect/>
          </a:stretch>
        </p:blipFill>
        <p:spPr>
          <a:xfrm>
            <a:off x="11788726" y="4198983"/>
            <a:ext cx="6944218" cy="6944218"/>
          </a:xfrm>
          <a:prstGeom prst="rect">
            <a:avLst/>
          </a:prstGeom>
        </p:spPr>
      </p:pic>
      <p:sp>
        <p:nvSpPr>
          <p:cNvPr id="4" name="Text 1">
            <a:extLst>
              <a:ext uri="{FF2B5EF4-FFF2-40B4-BE49-F238E27FC236}">
                <a16:creationId xmlns:a16="http://schemas.microsoft.com/office/drawing/2014/main" id="{AF699133-F047-9175-EDCA-20FB2BD669B0}"/>
              </a:ext>
            </a:extLst>
          </p:cNvPr>
          <p:cNvSpPr/>
          <p:nvPr/>
        </p:nvSpPr>
        <p:spPr>
          <a:xfrm>
            <a:off x="292248" y="3410939"/>
            <a:ext cx="17076523" cy="1232454"/>
          </a:xfrm>
          <a:prstGeom prst="rect">
            <a:avLst/>
          </a:prstGeom>
          <a:noFill/>
          <a:ln/>
        </p:spPr>
        <p:txBody>
          <a:bodyPr wrap="square" lIns="25400" tIns="25400" rIns="25400" bIns="25400" rtlCol="0" anchor="t">
            <a:normAutofit/>
          </a:bodyPr>
          <a:lstStyle/>
          <a:p>
            <a:pPr marL="0" indent="0" algn="ctr">
              <a:lnSpc>
                <a:spcPct val="75251"/>
              </a:lnSpc>
              <a:buNone/>
            </a:pPr>
            <a:r>
              <a:rPr lang="en-US" sz="8000" b="1" kern="0" spc="-297" dirty="0" err="1">
                <a:solidFill>
                  <a:srgbClr val="F5F3EE"/>
                </a:solidFill>
                <a:latin typeface="Outfit" pitchFamily="34" charset="0"/>
                <a:ea typeface="Outfit" pitchFamily="34" charset="-122"/>
              </a:rPr>
              <a:t>Conclusiones</a:t>
            </a:r>
            <a:r>
              <a:rPr lang="en-US" sz="8000" b="1" kern="0" spc="-297" dirty="0">
                <a:solidFill>
                  <a:srgbClr val="F5F3EE"/>
                </a:solidFill>
                <a:latin typeface="Outfit" pitchFamily="34" charset="0"/>
                <a:ea typeface="Outfit" pitchFamily="34" charset="-122"/>
              </a:rPr>
              <a:t> y </a:t>
            </a:r>
            <a:r>
              <a:rPr lang="en-US" sz="8000" b="1" kern="0" spc="-297" dirty="0" err="1">
                <a:solidFill>
                  <a:srgbClr val="F5F3EE"/>
                </a:solidFill>
                <a:latin typeface="Outfit" pitchFamily="34" charset="0"/>
                <a:ea typeface="Outfit" pitchFamily="34" charset="-122"/>
              </a:rPr>
              <a:t>limitaciones</a:t>
            </a:r>
            <a:endParaRPr lang="en-US" sz="8000" dirty="0"/>
          </a:p>
        </p:txBody>
      </p:sp>
      <p:sp>
        <p:nvSpPr>
          <p:cNvPr id="6" name="Text 3">
            <a:extLst>
              <a:ext uri="{FF2B5EF4-FFF2-40B4-BE49-F238E27FC236}">
                <a16:creationId xmlns:a16="http://schemas.microsoft.com/office/drawing/2014/main" id="{FDB1C07A-E56C-56A2-7573-B7F120BF493B}"/>
              </a:ext>
            </a:extLst>
          </p:cNvPr>
          <p:cNvSpPr/>
          <p:nvPr/>
        </p:nvSpPr>
        <p:spPr>
          <a:xfrm>
            <a:off x="1483803" y="9396769"/>
            <a:ext cx="17811848" cy="391783"/>
          </a:xfrm>
          <a:prstGeom prst="rect">
            <a:avLst/>
          </a:prstGeom>
          <a:noFill/>
          <a:ln/>
        </p:spPr>
        <p:txBody>
          <a:bodyPr wrap="square" lIns="25400" tIns="25400" rIns="25400" bIns="25400" rtlCol="0" anchor="t">
            <a:normAutofit/>
          </a:bodyPr>
          <a:lstStyle/>
          <a:p>
            <a:pPr marL="0" indent="0" algn="l">
              <a:buNone/>
            </a:pPr>
            <a:r>
              <a:rPr lang="en-US" sz="2100" dirty="0">
                <a:solidFill>
                  <a:srgbClr val="D9CDEA"/>
                </a:solidFill>
                <a:latin typeface="JetBrains Mono" pitchFamily="34" charset="0"/>
                <a:ea typeface="JetBrains Mono" pitchFamily="34" charset="-122"/>
                <a:cs typeface="JetBrains Mono" pitchFamily="34" charset="-120"/>
              </a:rPr>
              <a:t>#techenelpueblo · #somoscomunidad · #ppwclm · #madridejos</a:t>
            </a:r>
            <a:endParaRPr lang="en-US" sz="2100" dirty="0"/>
          </a:p>
        </p:txBody>
      </p:sp>
      <p:sp>
        <p:nvSpPr>
          <p:cNvPr id="7" name="Text 0">
            <a:extLst>
              <a:ext uri="{FF2B5EF4-FFF2-40B4-BE49-F238E27FC236}">
                <a16:creationId xmlns:a16="http://schemas.microsoft.com/office/drawing/2014/main" id="{51DFDB2D-EC24-128E-B10A-E350E636FDF3}"/>
              </a:ext>
            </a:extLst>
          </p:cNvPr>
          <p:cNvSpPr/>
          <p:nvPr/>
        </p:nvSpPr>
        <p:spPr>
          <a:xfrm>
            <a:off x="-255121" y="1788320"/>
            <a:ext cx="17811848" cy="443542"/>
          </a:xfrm>
          <a:prstGeom prst="rect">
            <a:avLst/>
          </a:prstGeom>
          <a:noFill/>
          <a:ln/>
        </p:spPr>
        <p:txBody>
          <a:bodyPr wrap="square" lIns="25400" tIns="25400" rIns="25400" bIns="25400" rtlCol="0" anchor="t">
            <a:noAutofit/>
          </a:bodyPr>
          <a:lstStyle/>
          <a:p>
            <a:pPr marL="0" indent="0" algn="ctr">
              <a:buNone/>
            </a:pPr>
            <a:r>
              <a:rPr lang="en-US" sz="6000" b="1" kern="0" spc="528" dirty="0">
                <a:solidFill>
                  <a:srgbClr val="E0A526"/>
                </a:solidFill>
                <a:latin typeface="JetBrains Mono" pitchFamily="34" charset="0"/>
                <a:ea typeface="JetBrains Mono" pitchFamily="34" charset="-122"/>
                <a:cs typeface="JetBrains Mono" pitchFamily="34" charset="-120"/>
              </a:rPr>
              <a:t>BLOQUE 4</a:t>
            </a:r>
            <a:endParaRPr lang="en-US" sz="6000" b="1" dirty="0"/>
          </a:p>
        </p:txBody>
      </p:sp>
    </p:spTree>
    <p:extLst>
      <p:ext uri="{BB962C8B-B14F-4D97-AF65-F5344CB8AC3E}">
        <p14:creationId xmlns:p14="http://schemas.microsoft.com/office/powerpoint/2010/main" val="16291825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5F3EE"/>
        </a:solidFill>
        <a:effectLst/>
      </p:bgPr>
    </p:bg>
    <p:spTree>
      <p:nvGrpSpPr>
        <p:cNvPr id="1" name=""/>
        <p:cNvGrpSpPr/>
        <p:nvPr/>
      </p:nvGrpSpPr>
      <p:grpSpPr>
        <a:xfrm>
          <a:off x="0" y="0"/>
          <a:ext cx="0" cy="0"/>
          <a:chOff x="0" y="0"/>
          <a:chExt cx="0" cy="0"/>
        </a:xfrm>
      </p:grpSpPr>
      <p:sp>
        <p:nvSpPr>
          <p:cNvPr id="24" name="Rectángulo 23">
            <a:extLst>
              <a:ext uri="{FF2B5EF4-FFF2-40B4-BE49-F238E27FC236}">
                <a16:creationId xmlns:a16="http://schemas.microsoft.com/office/drawing/2014/main" id="{47BBCFB1-FDAF-4643-B649-E31B20B12D74}"/>
              </a:ext>
            </a:extLst>
          </p:cNvPr>
          <p:cNvSpPr>
            <a:spLocks noGrp="1"/>
          </p:cNvSpPr>
          <p:nvPr/>
        </p:nvSpPr>
        <p:spPr>
          <a:xfrm>
            <a:off x="1085850" y="600075"/>
            <a:ext cx="4857750" cy="485775"/>
          </a:xfrm>
          <a:prstGeom prst="rect">
            <a:avLst/>
          </a:prstGeom>
          <a:noFill/>
          <a:ln w="0">
            <a:noFill/>
            <a:prstDash val="solid"/>
          </a:ln>
        </p:spPr>
        <p:txBody>
          <a:bodyPr wrap="square" lIns="57150" tIns="28575" rIns="57150" bIns="28575" anchor="ctr">
            <a:normAutofit/>
          </a:bodyPr>
          <a:lstStyle/>
          <a:p>
            <a:pPr algn="l">
              <a:defRPr sz="1125" b="0">
                <a:solidFill>
                  <a:srgbClr val="6F3FC2"/>
                </a:solidFill>
                <a:latin typeface="JetBrains Mono"/>
                <a:ea typeface="JetBrains Mono"/>
                <a:cs typeface="JetBrains Mono"/>
              </a:defRPr>
            </a:pPr>
            <a:r>
              <a:rPr sz="1688" dirty="0">
                <a:solidFill>
                  <a:srgbClr val="6F3FC2"/>
                </a:solidFill>
                <a:latin typeface="JetBrains Mono"/>
                <a:ea typeface="JetBrains Mono"/>
                <a:cs typeface="JetBrains Mono"/>
              </a:rPr>
              <a:t>APARTADO </a:t>
            </a:r>
            <a:r>
              <a:rPr lang="es-ES" sz="1688" dirty="0">
                <a:solidFill>
                  <a:srgbClr val="6F3FC2"/>
                </a:solidFill>
                <a:latin typeface="JetBrains Mono"/>
                <a:ea typeface="JetBrains Mono"/>
                <a:cs typeface="JetBrains Mono"/>
              </a:rPr>
              <a:t>4</a:t>
            </a:r>
            <a:r>
              <a:rPr sz="1688" dirty="0">
                <a:solidFill>
                  <a:srgbClr val="6F3FC2"/>
                </a:solidFill>
                <a:latin typeface="JetBrains Mono"/>
                <a:ea typeface="JetBrains Mono"/>
                <a:cs typeface="JetBrains Mono"/>
              </a:rPr>
              <a:t>.1</a:t>
            </a:r>
          </a:p>
        </p:txBody>
      </p:sp>
      <p:sp>
        <p:nvSpPr>
          <p:cNvPr id="2" name="Rectángulo 1">
            <a:extLst>
              <a:ext uri="{FF2B5EF4-FFF2-40B4-BE49-F238E27FC236}">
                <a16:creationId xmlns:a16="http://schemas.microsoft.com/office/drawing/2014/main" id="{4ACF42F1-41C7-4C91-A947-11B1E2DDA694}"/>
              </a:ext>
            </a:extLst>
          </p:cNvPr>
          <p:cNvSpPr>
            <a:spLocks noGrp="1"/>
          </p:cNvSpPr>
          <p:nvPr/>
        </p:nvSpPr>
        <p:spPr>
          <a:xfrm>
            <a:off x="1085851" y="1085850"/>
            <a:ext cx="15073313" cy="1028700"/>
          </a:xfrm>
          <a:prstGeom prst="rect">
            <a:avLst/>
          </a:prstGeom>
          <a:noFill/>
          <a:ln w="0">
            <a:noFill/>
            <a:prstDash val="solid"/>
          </a:ln>
        </p:spPr>
        <p:txBody>
          <a:bodyPr wrap="square" lIns="57150" tIns="28575" rIns="57150" bIns="28575" anchor="ctr">
            <a:normAutofit/>
          </a:bodyPr>
          <a:lstStyle/>
          <a:p>
            <a:pPr algn="l">
              <a:defRPr sz="3225" b="1">
                <a:solidFill>
                  <a:srgbClr val="211D2C"/>
                </a:solidFill>
                <a:latin typeface="Outfit"/>
                <a:ea typeface="Outfit"/>
                <a:cs typeface="Outfit"/>
              </a:defRPr>
            </a:pPr>
            <a:r>
              <a:rPr sz="4838" b="1" dirty="0" err="1">
                <a:solidFill>
                  <a:srgbClr val="211D2C"/>
                </a:solidFill>
                <a:latin typeface="Outfit"/>
                <a:ea typeface="Outfit"/>
                <a:cs typeface="Outfit"/>
              </a:rPr>
              <a:t>Aprendizajes</a:t>
            </a:r>
            <a:r>
              <a:rPr sz="4838" b="1" dirty="0">
                <a:solidFill>
                  <a:srgbClr val="211D2C"/>
                </a:solidFill>
                <a:latin typeface="Outfit"/>
                <a:ea typeface="Outfit"/>
                <a:cs typeface="Outfit"/>
              </a:rPr>
              <a:t> y </a:t>
            </a:r>
            <a:r>
              <a:rPr sz="4838" b="1" dirty="0" err="1">
                <a:solidFill>
                  <a:srgbClr val="211D2C"/>
                </a:solidFill>
                <a:latin typeface="Outfit"/>
                <a:ea typeface="Outfit"/>
                <a:cs typeface="Outfit"/>
              </a:rPr>
              <a:t>límites</a:t>
            </a:r>
            <a:endParaRPr sz="4838" b="1" dirty="0">
              <a:solidFill>
                <a:srgbClr val="211D2C"/>
              </a:solidFill>
              <a:latin typeface="Outfit"/>
              <a:ea typeface="Outfit"/>
              <a:cs typeface="Outfit"/>
            </a:endParaRPr>
          </a:p>
        </p:txBody>
      </p:sp>
      <p:pic>
        <p:nvPicPr>
          <p:cNvPr id="26" name="Imagen 25"/>
          <p:cNvPicPr>
            <a:picLocks noChangeAspect="1"/>
          </p:cNvPicPr>
          <p:nvPr/>
        </p:nvPicPr>
        <p:blipFill>
          <a:blip r:embed="rId3"/>
          <a:stretch/>
        </p:blipFill>
        <p:spPr>
          <a:xfrm>
            <a:off x="16402051" y="785813"/>
            <a:ext cx="928688" cy="928688"/>
          </a:xfrm>
          <a:prstGeom prst="rect">
            <a:avLst/>
          </a:prstGeom>
        </p:spPr>
      </p:pic>
      <p:sp>
        <p:nvSpPr>
          <p:cNvPr id="4" name="Rectángulo 3">
            <a:extLst>
              <a:ext uri="{FF2B5EF4-FFF2-40B4-BE49-F238E27FC236}">
                <a16:creationId xmlns:a16="http://schemas.microsoft.com/office/drawing/2014/main" id="{AE099C26-BDD7-451F-9068-C52CF7467BBC}"/>
              </a:ext>
            </a:extLst>
          </p:cNvPr>
          <p:cNvSpPr>
            <a:spLocks noGrp="1"/>
          </p:cNvSpPr>
          <p:nvPr/>
        </p:nvSpPr>
        <p:spPr>
          <a:xfrm>
            <a:off x="1085850" y="9286875"/>
            <a:ext cx="11144250" cy="400050"/>
          </a:xfrm>
          <a:prstGeom prst="rect">
            <a:avLst/>
          </a:prstGeom>
          <a:noFill/>
          <a:ln w="0">
            <a:noFill/>
            <a:prstDash val="solid"/>
          </a:ln>
        </p:spPr>
        <p:txBody>
          <a:bodyPr wrap="square" lIns="57150" tIns="28575" rIns="57150" bIns="28575" anchor="ctr">
            <a:normAutofit/>
          </a:bodyPr>
          <a:lstStyle/>
          <a:p>
            <a:pPr algn="l">
              <a:defRPr sz="1050" b="0">
                <a:solidFill>
                  <a:srgbClr val="6B6577"/>
                </a:solidFill>
                <a:latin typeface="JetBrains Mono"/>
                <a:ea typeface="JetBrains Mono"/>
                <a:cs typeface="JetBrains Mono"/>
              </a:defRPr>
            </a:pPr>
            <a:r>
              <a:rPr sz="1575">
                <a:solidFill>
                  <a:srgbClr val="6B6577"/>
                </a:solidFill>
                <a:latin typeface="JetBrains Mono"/>
                <a:ea typeface="JetBrains Mono"/>
                <a:cs typeface="JetBrains Mono"/>
              </a:rPr>
              <a:t>#techenelpueblo · #somoscomunidad · #ppwclm · #madridejos</a:t>
            </a:r>
          </a:p>
        </p:txBody>
      </p:sp>
      <p:sp>
        <p:nvSpPr>
          <p:cNvPr id="5" name="Rectángulo: esquinas redondeadas 4">
            <a:extLst>
              <a:ext uri="{FF2B5EF4-FFF2-40B4-BE49-F238E27FC236}">
                <a16:creationId xmlns:a16="http://schemas.microsoft.com/office/drawing/2014/main" id="{7DE59BA0-E6B4-4603-BE30-3F745F489CE5}"/>
              </a:ext>
            </a:extLst>
          </p:cNvPr>
          <p:cNvSpPr>
            <a:spLocks noGrp="1"/>
          </p:cNvSpPr>
          <p:nvPr/>
        </p:nvSpPr>
        <p:spPr>
          <a:xfrm>
            <a:off x="1314450" y="2257425"/>
            <a:ext cx="7286625" cy="714375"/>
          </a:xfrm>
          <a:prstGeom prst="roundRect">
            <a:avLst>
              <a:gd name="adj" fmla="val 20000"/>
            </a:avLst>
          </a:prstGeom>
          <a:solidFill>
            <a:srgbClr val="7141C4"/>
          </a:solidFill>
          <a:ln w="0">
            <a:solidFill>
              <a:srgbClr val="7141C4"/>
            </a:solidFill>
            <a:prstDash val="solid"/>
          </a:ln>
        </p:spPr>
        <p:txBody>
          <a:bodyPr/>
          <a:lstStyle/>
          <a:p>
            <a:endParaRPr lang="es-ES" sz="2700"/>
          </a:p>
        </p:txBody>
      </p:sp>
      <p:sp>
        <p:nvSpPr>
          <p:cNvPr id="6" name="Rectángulo 5">
            <a:extLst>
              <a:ext uri="{FF2B5EF4-FFF2-40B4-BE49-F238E27FC236}">
                <a16:creationId xmlns:a16="http://schemas.microsoft.com/office/drawing/2014/main" id="{4710F60A-3F8E-4E1E-A542-8BC683EAAD54}"/>
              </a:ext>
            </a:extLst>
          </p:cNvPr>
          <p:cNvSpPr>
            <a:spLocks noGrp="1"/>
          </p:cNvSpPr>
          <p:nvPr/>
        </p:nvSpPr>
        <p:spPr>
          <a:xfrm>
            <a:off x="1600200" y="2371725"/>
            <a:ext cx="6715125" cy="485775"/>
          </a:xfrm>
          <a:prstGeom prst="rect">
            <a:avLst/>
          </a:prstGeom>
          <a:noFill/>
          <a:ln w="0">
            <a:noFill/>
            <a:prstDash val="solid"/>
          </a:ln>
        </p:spPr>
        <p:txBody>
          <a:bodyPr wrap="square" lIns="57150" tIns="28575" rIns="57150" bIns="28575" anchor="ctr">
            <a:normAutofit/>
          </a:bodyPr>
          <a:lstStyle/>
          <a:p>
            <a:pPr algn="ctr">
              <a:defRPr sz="1725" b="1">
                <a:solidFill>
                  <a:srgbClr val="FFFFFF"/>
                </a:solidFill>
                <a:latin typeface="Outfit"/>
                <a:ea typeface="Outfit"/>
                <a:cs typeface="Outfit"/>
              </a:defRPr>
            </a:pPr>
            <a:r>
              <a:rPr sz="2588" b="1">
                <a:solidFill>
                  <a:srgbClr val="FFFFFF"/>
                </a:solidFill>
                <a:latin typeface="Outfit"/>
                <a:ea typeface="Outfit"/>
                <a:cs typeface="Outfit"/>
              </a:rPr>
              <a:t>APRENDIZAJES</a:t>
            </a:r>
          </a:p>
        </p:txBody>
      </p:sp>
      <p:sp>
        <p:nvSpPr>
          <p:cNvPr id="7" name="Rectángulo: esquinas redondeadas 6">
            <a:extLst>
              <a:ext uri="{FF2B5EF4-FFF2-40B4-BE49-F238E27FC236}">
                <a16:creationId xmlns:a16="http://schemas.microsoft.com/office/drawing/2014/main" id="{A32E14D1-1F3F-4C89-8E9B-0B7E78A4104E}"/>
              </a:ext>
            </a:extLst>
          </p:cNvPr>
          <p:cNvSpPr>
            <a:spLocks noGrp="1"/>
          </p:cNvSpPr>
          <p:nvPr/>
        </p:nvSpPr>
        <p:spPr>
          <a:xfrm>
            <a:off x="9686925" y="2257425"/>
            <a:ext cx="7286625" cy="714375"/>
          </a:xfrm>
          <a:prstGeom prst="roundRect">
            <a:avLst>
              <a:gd name="adj" fmla="val 20000"/>
            </a:avLst>
          </a:prstGeom>
          <a:solidFill>
            <a:srgbClr val="F2A900"/>
          </a:solidFill>
          <a:ln w="0">
            <a:solidFill>
              <a:srgbClr val="F2A900"/>
            </a:solidFill>
            <a:prstDash val="solid"/>
          </a:ln>
        </p:spPr>
        <p:txBody>
          <a:bodyPr/>
          <a:lstStyle/>
          <a:p>
            <a:endParaRPr lang="es-ES" sz="2700"/>
          </a:p>
        </p:txBody>
      </p:sp>
      <p:sp>
        <p:nvSpPr>
          <p:cNvPr id="8" name="Rectángulo 7">
            <a:extLst>
              <a:ext uri="{FF2B5EF4-FFF2-40B4-BE49-F238E27FC236}">
                <a16:creationId xmlns:a16="http://schemas.microsoft.com/office/drawing/2014/main" id="{A6C8BB29-3D7A-47AD-8802-A46BDD507763}"/>
              </a:ext>
            </a:extLst>
          </p:cNvPr>
          <p:cNvSpPr>
            <a:spLocks noGrp="1"/>
          </p:cNvSpPr>
          <p:nvPr/>
        </p:nvSpPr>
        <p:spPr>
          <a:xfrm>
            <a:off x="9972675" y="2371725"/>
            <a:ext cx="6715125" cy="485775"/>
          </a:xfrm>
          <a:prstGeom prst="rect">
            <a:avLst/>
          </a:prstGeom>
          <a:noFill/>
          <a:ln w="0">
            <a:noFill/>
            <a:prstDash val="solid"/>
          </a:ln>
        </p:spPr>
        <p:txBody>
          <a:bodyPr wrap="square" lIns="57150" tIns="28575" rIns="57150" bIns="28575" anchor="ctr">
            <a:normAutofit/>
          </a:bodyPr>
          <a:lstStyle/>
          <a:p>
            <a:pPr algn="ctr">
              <a:defRPr sz="1725" b="1">
                <a:solidFill>
                  <a:srgbClr val="0B1A63"/>
                </a:solidFill>
                <a:latin typeface="Outfit"/>
                <a:ea typeface="Outfit"/>
                <a:cs typeface="Outfit"/>
              </a:defRPr>
            </a:pPr>
            <a:r>
              <a:rPr sz="2588" b="1">
                <a:solidFill>
                  <a:srgbClr val="0B1A63"/>
                </a:solidFill>
                <a:latin typeface="Outfit"/>
                <a:ea typeface="Outfit"/>
                <a:cs typeface="Outfit"/>
              </a:rPr>
              <a:t>LÍMITES Y PREVENCIÓN</a:t>
            </a:r>
          </a:p>
        </p:txBody>
      </p:sp>
      <p:sp>
        <p:nvSpPr>
          <p:cNvPr id="9" name="Elipse 8">
            <a:extLst>
              <a:ext uri="{FF2B5EF4-FFF2-40B4-BE49-F238E27FC236}">
                <a16:creationId xmlns:a16="http://schemas.microsoft.com/office/drawing/2014/main" id="{9A86FC0D-8D62-4A07-8ED3-0EC799E2E360}"/>
              </a:ext>
            </a:extLst>
          </p:cNvPr>
          <p:cNvSpPr>
            <a:spLocks noGrp="1"/>
          </p:cNvSpPr>
          <p:nvPr/>
        </p:nvSpPr>
        <p:spPr>
          <a:xfrm>
            <a:off x="1571626" y="3486151"/>
            <a:ext cx="214313" cy="214313"/>
          </a:xfrm>
          <a:prstGeom prst="ellipse">
            <a:avLst/>
          </a:prstGeom>
          <a:solidFill>
            <a:srgbClr val="5B12E8"/>
          </a:solidFill>
          <a:ln w="0">
            <a:solidFill>
              <a:srgbClr val="5B12E8"/>
            </a:solidFill>
            <a:prstDash val="solid"/>
          </a:ln>
        </p:spPr>
        <p:txBody>
          <a:bodyPr/>
          <a:lstStyle/>
          <a:p>
            <a:endParaRPr lang="es-ES" sz="2700"/>
          </a:p>
        </p:txBody>
      </p:sp>
      <p:sp>
        <p:nvSpPr>
          <p:cNvPr id="10" name="Rectángulo 9">
            <a:extLst>
              <a:ext uri="{FF2B5EF4-FFF2-40B4-BE49-F238E27FC236}">
                <a16:creationId xmlns:a16="http://schemas.microsoft.com/office/drawing/2014/main" id="{909F41D9-92FA-4093-91C2-7FBB19B83EAB}"/>
              </a:ext>
            </a:extLst>
          </p:cNvPr>
          <p:cNvSpPr>
            <a:spLocks noGrp="1"/>
          </p:cNvSpPr>
          <p:nvPr/>
        </p:nvSpPr>
        <p:spPr>
          <a:xfrm>
            <a:off x="2028825" y="3371850"/>
            <a:ext cx="6315075" cy="1171575"/>
          </a:xfrm>
          <a:prstGeom prst="rect">
            <a:avLst/>
          </a:prstGeom>
          <a:noFill/>
          <a:ln w="0">
            <a:noFill/>
            <a:prstDash val="solid"/>
          </a:ln>
        </p:spPr>
        <p:txBody>
          <a:bodyPr wrap="square" lIns="57150" tIns="28575" rIns="57150" bIns="28575" anchor="t">
            <a:normAutofit/>
          </a:bodyPr>
          <a:lstStyle/>
          <a:p>
            <a:pPr algn="just">
              <a:defRPr sz="1425" b="0">
                <a:solidFill>
                  <a:srgbClr val="211D2C"/>
                </a:solidFill>
                <a:latin typeface="Outfit"/>
                <a:ea typeface="Outfit"/>
                <a:cs typeface="Outfit"/>
              </a:defRPr>
            </a:pPr>
            <a:r>
              <a:rPr sz="2138" dirty="0">
                <a:solidFill>
                  <a:srgbClr val="211D2C"/>
                </a:solidFill>
                <a:latin typeface="Outfit"/>
                <a:ea typeface="Outfit"/>
                <a:cs typeface="Outfit"/>
              </a:rPr>
              <a:t>La </a:t>
            </a:r>
            <a:r>
              <a:rPr sz="2138" dirty="0" err="1">
                <a:solidFill>
                  <a:srgbClr val="211D2C"/>
                </a:solidFill>
                <a:latin typeface="Outfit"/>
                <a:ea typeface="Outfit"/>
                <a:cs typeface="Outfit"/>
              </a:rPr>
              <a:t>regla</a:t>
            </a:r>
            <a:r>
              <a:rPr sz="2138" dirty="0">
                <a:solidFill>
                  <a:srgbClr val="211D2C"/>
                </a:solidFill>
                <a:latin typeface="Outfit"/>
                <a:ea typeface="Outfit"/>
                <a:cs typeface="Outfit"/>
              </a:rPr>
              <a:t> de </a:t>
            </a:r>
            <a:r>
              <a:rPr sz="2138" dirty="0" err="1">
                <a:solidFill>
                  <a:srgbClr val="211D2C"/>
                </a:solidFill>
                <a:latin typeface="Outfit"/>
                <a:ea typeface="Outfit"/>
                <a:cs typeface="Outfit"/>
              </a:rPr>
              <a:t>negocio</a:t>
            </a:r>
            <a:r>
              <a:rPr sz="2138" dirty="0">
                <a:solidFill>
                  <a:srgbClr val="211D2C"/>
                </a:solidFill>
                <a:latin typeface="Outfit"/>
                <a:ea typeface="Outfit"/>
                <a:cs typeface="Outfit"/>
              </a:rPr>
              <a:t> </a:t>
            </a:r>
            <a:r>
              <a:rPr sz="2138" dirty="0" err="1">
                <a:solidFill>
                  <a:srgbClr val="211D2C"/>
                </a:solidFill>
                <a:latin typeface="Outfit"/>
                <a:ea typeface="Outfit"/>
                <a:cs typeface="Outfit"/>
              </a:rPr>
              <a:t>debe</a:t>
            </a:r>
            <a:r>
              <a:rPr sz="2138" dirty="0">
                <a:solidFill>
                  <a:srgbClr val="211D2C"/>
                </a:solidFill>
                <a:latin typeface="Outfit"/>
                <a:ea typeface="Outfit"/>
                <a:cs typeface="Outfit"/>
              </a:rPr>
              <a:t> </a:t>
            </a:r>
            <a:r>
              <a:rPr sz="2138" dirty="0" err="1">
                <a:solidFill>
                  <a:srgbClr val="211D2C"/>
                </a:solidFill>
                <a:latin typeface="Outfit"/>
                <a:ea typeface="Outfit"/>
                <a:cs typeface="Outfit"/>
              </a:rPr>
              <a:t>fijar</a:t>
            </a:r>
            <a:r>
              <a:rPr sz="2138" dirty="0">
                <a:solidFill>
                  <a:srgbClr val="211D2C"/>
                </a:solidFill>
                <a:latin typeface="Outfit"/>
                <a:ea typeface="Outfit"/>
                <a:cs typeface="Outfit"/>
              </a:rPr>
              <a:t> el día </a:t>
            </a:r>
            <a:r>
              <a:rPr sz="2138" dirty="0" err="1">
                <a:solidFill>
                  <a:srgbClr val="211D2C"/>
                </a:solidFill>
                <a:latin typeface="Outfit"/>
                <a:ea typeface="Outfit"/>
                <a:cs typeface="Outfit"/>
              </a:rPr>
              <a:t>ancla</a:t>
            </a:r>
            <a:r>
              <a:rPr sz="2138" dirty="0">
                <a:solidFill>
                  <a:srgbClr val="211D2C"/>
                </a:solidFill>
                <a:latin typeface="Outfit"/>
                <a:ea typeface="Outfit"/>
                <a:cs typeface="Outfit"/>
              </a:rPr>
              <a:t>, el </a:t>
            </a:r>
            <a:r>
              <a:rPr sz="2138" dirty="0" err="1">
                <a:solidFill>
                  <a:srgbClr val="211D2C"/>
                </a:solidFill>
                <a:latin typeface="Outfit"/>
                <a:ea typeface="Outfit"/>
                <a:cs typeface="Outfit"/>
              </a:rPr>
              <a:t>caso</a:t>
            </a:r>
            <a:r>
              <a:rPr sz="2138" dirty="0">
                <a:solidFill>
                  <a:srgbClr val="211D2C"/>
                </a:solidFill>
                <a:latin typeface="Outfit"/>
                <a:ea typeface="Outfit"/>
                <a:cs typeface="Outfit"/>
              </a:rPr>
              <a:t> de </a:t>
            </a:r>
            <a:r>
              <a:rPr sz="2138" dirty="0" err="1">
                <a:solidFill>
                  <a:srgbClr val="211D2C"/>
                </a:solidFill>
                <a:latin typeface="Outfit"/>
                <a:ea typeface="Outfit"/>
                <a:cs typeface="Outfit"/>
              </a:rPr>
              <a:t>igualdad</a:t>
            </a:r>
            <a:r>
              <a:rPr sz="2138" dirty="0">
                <a:solidFill>
                  <a:srgbClr val="211D2C"/>
                </a:solidFill>
                <a:latin typeface="Outfit"/>
                <a:ea typeface="Outfit"/>
                <a:cs typeface="Outfit"/>
              </a:rPr>
              <a:t> y el </a:t>
            </a:r>
            <a:r>
              <a:rPr sz="2138" dirty="0" err="1">
                <a:solidFill>
                  <a:srgbClr val="211D2C"/>
                </a:solidFill>
                <a:latin typeface="Outfit"/>
                <a:ea typeface="Outfit"/>
                <a:cs typeface="Outfit"/>
              </a:rPr>
              <a:t>ajuste</a:t>
            </a:r>
            <a:r>
              <a:rPr sz="2138" dirty="0">
                <a:solidFill>
                  <a:srgbClr val="211D2C"/>
                </a:solidFill>
                <a:latin typeface="Outfit"/>
                <a:ea typeface="Outfit"/>
                <a:cs typeface="Outfit"/>
              </a:rPr>
              <a:t> de fin de </a:t>
            </a:r>
            <a:r>
              <a:rPr sz="2138" dirty="0" err="1">
                <a:solidFill>
                  <a:srgbClr val="211D2C"/>
                </a:solidFill>
                <a:latin typeface="Outfit"/>
                <a:ea typeface="Outfit"/>
                <a:cs typeface="Outfit"/>
              </a:rPr>
              <a:t>mes</a:t>
            </a:r>
            <a:r>
              <a:rPr sz="2138" dirty="0">
                <a:solidFill>
                  <a:srgbClr val="211D2C"/>
                </a:solidFill>
                <a:latin typeface="Outfit"/>
                <a:ea typeface="Outfit"/>
                <a:cs typeface="Outfit"/>
              </a:rPr>
              <a:t> antes del SQL.</a:t>
            </a:r>
          </a:p>
        </p:txBody>
      </p:sp>
      <p:sp>
        <p:nvSpPr>
          <p:cNvPr id="11" name="Elipse 10">
            <a:extLst>
              <a:ext uri="{FF2B5EF4-FFF2-40B4-BE49-F238E27FC236}">
                <a16:creationId xmlns:a16="http://schemas.microsoft.com/office/drawing/2014/main" id="{5D67A427-A5BB-481C-B68D-B3A2136D5DEE}"/>
              </a:ext>
            </a:extLst>
          </p:cNvPr>
          <p:cNvSpPr>
            <a:spLocks noGrp="1"/>
          </p:cNvSpPr>
          <p:nvPr/>
        </p:nvSpPr>
        <p:spPr>
          <a:xfrm>
            <a:off x="1571626" y="4972051"/>
            <a:ext cx="214313" cy="214313"/>
          </a:xfrm>
          <a:prstGeom prst="ellipse">
            <a:avLst/>
          </a:prstGeom>
          <a:solidFill>
            <a:srgbClr val="5B12E8"/>
          </a:solidFill>
          <a:ln w="0">
            <a:solidFill>
              <a:srgbClr val="5B12E8"/>
            </a:solidFill>
            <a:prstDash val="solid"/>
          </a:ln>
        </p:spPr>
        <p:txBody>
          <a:bodyPr/>
          <a:lstStyle/>
          <a:p>
            <a:endParaRPr lang="es-ES" sz="2700"/>
          </a:p>
        </p:txBody>
      </p:sp>
      <p:sp>
        <p:nvSpPr>
          <p:cNvPr id="12" name="Rectángulo 11">
            <a:extLst>
              <a:ext uri="{FF2B5EF4-FFF2-40B4-BE49-F238E27FC236}">
                <a16:creationId xmlns:a16="http://schemas.microsoft.com/office/drawing/2014/main" id="{527D2987-005B-4561-AC9D-D958B3594903}"/>
              </a:ext>
            </a:extLst>
          </p:cNvPr>
          <p:cNvSpPr>
            <a:spLocks noGrp="1"/>
          </p:cNvSpPr>
          <p:nvPr/>
        </p:nvSpPr>
        <p:spPr>
          <a:xfrm>
            <a:off x="2028825" y="4857750"/>
            <a:ext cx="6315075" cy="1171575"/>
          </a:xfrm>
          <a:prstGeom prst="rect">
            <a:avLst/>
          </a:prstGeom>
          <a:noFill/>
          <a:ln w="0">
            <a:noFill/>
            <a:prstDash val="solid"/>
          </a:ln>
        </p:spPr>
        <p:txBody>
          <a:bodyPr wrap="square" lIns="57150" tIns="28575" rIns="57150" bIns="28575" anchor="t">
            <a:normAutofit/>
          </a:bodyPr>
          <a:lstStyle/>
          <a:p>
            <a:pPr algn="just">
              <a:defRPr sz="1425" b="0">
                <a:solidFill>
                  <a:srgbClr val="211D2C"/>
                </a:solidFill>
                <a:latin typeface="Outfit"/>
                <a:ea typeface="Outfit"/>
                <a:cs typeface="Outfit"/>
              </a:defRPr>
            </a:pPr>
            <a:r>
              <a:rPr sz="2138" b="1" dirty="0">
                <a:solidFill>
                  <a:srgbClr val="211D2C"/>
                </a:solidFill>
                <a:latin typeface="Outfit"/>
                <a:ea typeface="Outfit"/>
                <a:cs typeface="Outfit"/>
              </a:rPr>
              <a:t>EOMONTH</a:t>
            </a:r>
            <a:r>
              <a:rPr lang="es-ES" sz="2138" dirty="0">
                <a:solidFill>
                  <a:srgbClr val="211D2C"/>
                </a:solidFill>
                <a:latin typeface="Outfit"/>
                <a:ea typeface="Outfit"/>
                <a:cs typeface="Outfit"/>
              </a:rPr>
              <a:t> es más explícito que otros enfoques (DATEADD) para obtener el fin de mes</a:t>
            </a:r>
            <a:r>
              <a:rPr sz="2138" dirty="0">
                <a:solidFill>
                  <a:srgbClr val="211D2C"/>
                </a:solidFill>
                <a:latin typeface="Outfit"/>
                <a:ea typeface="Outfit"/>
                <a:cs typeface="Outfit"/>
              </a:rPr>
              <a:t>.</a:t>
            </a:r>
          </a:p>
        </p:txBody>
      </p:sp>
      <p:sp>
        <p:nvSpPr>
          <p:cNvPr id="13" name="Elipse 12">
            <a:extLst>
              <a:ext uri="{FF2B5EF4-FFF2-40B4-BE49-F238E27FC236}">
                <a16:creationId xmlns:a16="http://schemas.microsoft.com/office/drawing/2014/main" id="{E52BF447-03BB-4CA3-83BA-E42C70D0BFBF}"/>
              </a:ext>
            </a:extLst>
          </p:cNvPr>
          <p:cNvSpPr>
            <a:spLocks noGrp="1"/>
          </p:cNvSpPr>
          <p:nvPr/>
        </p:nvSpPr>
        <p:spPr>
          <a:xfrm>
            <a:off x="1571626" y="6457951"/>
            <a:ext cx="214313" cy="214313"/>
          </a:xfrm>
          <a:prstGeom prst="ellipse">
            <a:avLst/>
          </a:prstGeom>
          <a:solidFill>
            <a:srgbClr val="5B12E8"/>
          </a:solidFill>
          <a:ln w="0">
            <a:solidFill>
              <a:srgbClr val="5B12E8"/>
            </a:solidFill>
            <a:prstDash val="solid"/>
          </a:ln>
        </p:spPr>
        <p:txBody>
          <a:bodyPr/>
          <a:lstStyle/>
          <a:p>
            <a:endParaRPr lang="es-ES" sz="2700"/>
          </a:p>
        </p:txBody>
      </p:sp>
      <p:sp>
        <p:nvSpPr>
          <p:cNvPr id="14" name="Rectángulo 13">
            <a:extLst>
              <a:ext uri="{FF2B5EF4-FFF2-40B4-BE49-F238E27FC236}">
                <a16:creationId xmlns:a16="http://schemas.microsoft.com/office/drawing/2014/main" id="{41F2BFA7-7E9E-4497-AFDD-D0FFBF75EE95}"/>
              </a:ext>
            </a:extLst>
          </p:cNvPr>
          <p:cNvSpPr>
            <a:spLocks noGrp="1"/>
          </p:cNvSpPr>
          <p:nvPr/>
        </p:nvSpPr>
        <p:spPr>
          <a:xfrm>
            <a:off x="2028825" y="6343650"/>
            <a:ext cx="6315075" cy="1171575"/>
          </a:xfrm>
          <a:prstGeom prst="rect">
            <a:avLst/>
          </a:prstGeom>
          <a:noFill/>
          <a:ln w="0">
            <a:noFill/>
            <a:prstDash val="solid"/>
          </a:ln>
        </p:spPr>
        <p:txBody>
          <a:bodyPr wrap="square" lIns="57150" tIns="28575" rIns="57150" bIns="28575" anchor="t">
            <a:normAutofit/>
          </a:bodyPr>
          <a:lstStyle/>
          <a:p>
            <a:pPr algn="just">
              <a:defRPr sz="1425" b="0">
                <a:solidFill>
                  <a:srgbClr val="211D2C"/>
                </a:solidFill>
                <a:latin typeface="Outfit"/>
                <a:ea typeface="Outfit"/>
                <a:cs typeface="Outfit"/>
              </a:defRPr>
            </a:pPr>
            <a:r>
              <a:rPr sz="2138" dirty="0">
                <a:solidFill>
                  <a:srgbClr val="211D2C"/>
                </a:solidFill>
                <a:latin typeface="Outfit"/>
                <a:ea typeface="Outfit"/>
                <a:cs typeface="Outfit"/>
              </a:rPr>
              <a:t>La vista </a:t>
            </a:r>
            <a:r>
              <a:rPr sz="2138" dirty="0" err="1">
                <a:solidFill>
                  <a:srgbClr val="211D2C"/>
                </a:solidFill>
                <a:latin typeface="Outfit"/>
                <a:ea typeface="Outfit"/>
                <a:cs typeface="Outfit"/>
              </a:rPr>
              <a:t>centraliza</a:t>
            </a:r>
            <a:r>
              <a:rPr sz="2138" dirty="0">
                <a:solidFill>
                  <a:srgbClr val="211D2C"/>
                </a:solidFill>
                <a:latin typeface="Outfit"/>
                <a:ea typeface="Outfit"/>
                <a:cs typeface="Outfit"/>
              </a:rPr>
              <a:t> la </a:t>
            </a:r>
            <a:r>
              <a:rPr sz="2138" dirty="0" err="1">
                <a:solidFill>
                  <a:srgbClr val="211D2C"/>
                </a:solidFill>
                <a:latin typeface="Outfit"/>
                <a:ea typeface="Outfit"/>
                <a:cs typeface="Outfit"/>
              </a:rPr>
              <a:t>lógica</a:t>
            </a:r>
            <a:r>
              <a:rPr sz="2138" dirty="0">
                <a:solidFill>
                  <a:srgbClr val="211D2C"/>
                </a:solidFill>
                <a:latin typeface="Outfit"/>
                <a:ea typeface="Outfit"/>
                <a:cs typeface="Outfit"/>
              </a:rPr>
              <a:t> y </a:t>
            </a:r>
            <a:r>
              <a:rPr sz="2138" dirty="0" err="1">
                <a:solidFill>
                  <a:srgbClr val="211D2C"/>
                </a:solidFill>
                <a:latin typeface="Outfit"/>
                <a:ea typeface="Outfit"/>
                <a:cs typeface="Outfit"/>
              </a:rPr>
              <a:t>permite</a:t>
            </a:r>
            <a:r>
              <a:rPr sz="2138" dirty="0">
                <a:solidFill>
                  <a:srgbClr val="211D2C"/>
                </a:solidFill>
                <a:latin typeface="Outfit"/>
                <a:ea typeface="Outfit"/>
                <a:cs typeface="Outfit"/>
              </a:rPr>
              <a:t> </a:t>
            </a:r>
            <a:r>
              <a:rPr sz="2138" dirty="0" err="1">
                <a:solidFill>
                  <a:srgbClr val="211D2C"/>
                </a:solidFill>
                <a:latin typeface="Outfit"/>
                <a:ea typeface="Outfit"/>
                <a:cs typeface="Outfit"/>
              </a:rPr>
              <a:t>reutilizarla</a:t>
            </a:r>
            <a:r>
              <a:rPr sz="2138" dirty="0">
                <a:solidFill>
                  <a:srgbClr val="211D2C"/>
                </a:solidFill>
                <a:latin typeface="Outfit"/>
                <a:ea typeface="Outfit"/>
                <a:cs typeface="Outfit"/>
              </a:rPr>
              <a:t> para </a:t>
            </a:r>
            <a:r>
              <a:rPr sz="2138" dirty="0" err="1">
                <a:solidFill>
                  <a:srgbClr val="211D2C"/>
                </a:solidFill>
                <a:latin typeface="Outfit"/>
                <a:ea typeface="Outfit"/>
                <a:cs typeface="Outfit"/>
              </a:rPr>
              <a:t>detectar</a:t>
            </a:r>
            <a:r>
              <a:rPr sz="2138" dirty="0">
                <a:solidFill>
                  <a:srgbClr val="211D2C"/>
                </a:solidFill>
                <a:latin typeface="Outfit"/>
                <a:ea typeface="Outfit"/>
                <a:cs typeface="Outfit"/>
              </a:rPr>
              <a:t>, </a:t>
            </a:r>
            <a:r>
              <a:rPr sz="2138" dirty="0" err="1">
                <a:solidFill>
                  <a:srgbClr val="211D2C"/>
                </a:solidFill>
                <a:latin typeface="Outfit"/>
                <a:ea typeface="Outfit"/>
                <a:cs typeface="Outfit"/>
              </a:rPr>
              <a:t>corregir</a:t>
            </a:r>
            <a:r>
              <a:rPr sz="2138" dirty="0">
                <a:solidFill>
                  <a:srgbClr val="211D2C"/>
                </a:solidFill>
                <a:latin typeface="Outfit"/>
                <a:ea typeface="Outfit"/>
                <a:cs typeface="Outfit"/>
              </a:rPr>
              <a:t> y </a:t>
            </a:r>
            <a:r>
              <a:rPr sz="2138" dirty="0" err="1">
                <a:solidFill>
                  <a:srgbClr val="211D2C"/>
                </a:solidFill>
                <a:latin typeface="Outfit"/>
                <a:ea typeface="Outfit"/>
                <a:cs typeface="Outfit"/>
              </a:rPr>
              <a:t>revalidar</a:t>
            </a:r>
            <a:r>
              <a:rPr sz="2138" dirty="0">
                <a:solidFill>
                  <a:srgbClr val="211D2C"/>
                </a:solidFill>
                <a:latin typeface="Outfit"/>
                <a:ea typeface="Outfit"/>
                <a:cs typeface="Outfit"/>
              </a:rPr>
              <a:t>.</a:t>
            </a:r>
          </a:p>
        </p:txBody>
      </p:sp>
      <p:sp>
        <p:nvSpPr>
          <p:cNvPr id="15" name="Elipse 14">
            <a:extLst>
              <a:ext uri="{FF2B5EF4-FFF2-40B4-BE49-F238E27FC236}">
                <a16:creationId xmlns:a16="http://schemas.microsoft.com/office/drawing/2014/main" id="{FA51D291-FEF0-47AB-9800-110C200C7288}"/>
              </a:ext>
            </a:extLst>
          </p:cNvPr>
          <p:cNvSpPr>
            <a:spLocks noGrp="1"/>
          </p:cNvSpPr>
          <p:nvPr/>
        </p:nvSpPr>
        <p:spPr>
          <a:xfrm>
            <a:off x="9944101" y="3486151"/>
            <a:ext cx="214313" cy="214313"/>
          </a:xfrm>
          <a:prstGeom prst="ellipse">
            <a:avLst/>
          </a:prstGeom>
          <a:solidFill>
            <a:srgbClr val="F2A900"/>
          </a:solidFill>
          <a:ln w="0">
            <a:solidFill>
              <a:srgbClr val="F2A900"/>
            </a:solidFill>
            <a:prstDash val="solid"/>
          </a:ln>
        </p:spPr>
        <p:txBody>
          <a:bodyPr/>
          <a:lstStyle/>
          <a:p>
            <a:endParaRPr lang="es-ES" sz="2700"/>
          </a:p>
        </p:txBody>
      </p:sp>
      <p:sp>
        <p:nvSpPr>
          <p:cNvPr id="16" name="Rectángulo 15">
            <a:extLst>
              <a:ext uri="{FF2B5EF4-FFF2-40B4-BE49-F238E27FC236}">
                <a16:creationId xmlns:a16="http://schemas.microsoft.com/office/drawing/2014/main" id="{854E3ECB-EC43-4175-A2B4-398B8DDA502F}"/>
              </a:ext>
            </a:extLst>
          </p:cNvPr>
          <p:cNvSpPr>
            <a:spLocks noGrp="1"/>
          </p:cNvSpPr>
          <p:nvPr/>
        </p:nvSpPr>
        <p:spPr>
          <a:xfrm>
            <a:off x="10401300" y="3371850"/>
            <a:ext cx="6315075" cy="1171575"/>
          </a:xfrm>
          <a:prstGeom prst="rect">
            <a:avLst/>
          </a:prstGeom>
          <a:noFill/>
          <a:ln w="0">
            <a:noFill/>
            <a:prstDash val="solid"/>
          </a:ln>
        </p:spPr>
        <p:txBody>
          <a:bodyPr wrap="square" lIns="57150" tIns="28575" rIns="57150" bIns="28575" anchor="t">
            <a:normAutofit/>
          </a:bodyPr>
          <a:lstStyle/>
          <a:p>
            <a:pPr algn="just">
              <a:defRPr sz="1425" b="0">
                <a:solidFill>
                  <a:srgbClr val="211D2C"/>
                </a:solidFill>
                <a:latin typeface="Outfit"/>
                <a:ea typeface="Outfit"/>
                <a:cs typeface="Outfit"/>
              </a:defRPr>
            </a:pPr>
            <a:r>
              <a:rPr sz="2138" dirty="0">
                <a:solidFill>
                  <a:srgbClr val="211D2C"/>
                </a:solidFill>
                <a:latin typeface="Outfit"/>
                <a:ea typeface="Outfit"/>
                <a:cs typeface="Outfit"/>
              </a:rPr>
              <a:t>El </a:t>
            </a:r>
            <a:r>
              <a:rPr sz="2138" dirty="0" err="1">
                <a:solidFill>
                  <a:srgbClr val="211D2C"/>
                </a:solidFill>
                <a:latin typeface="Outfit"/>
                <a:ea typeface="Outfit"/>
                <a:cs typeface="Outfit"/>
              </a:rPr>
              <a:t>caso</a:t>
            </a:r>
            <a:r>
              <a:rPr sz="2138" dirty="0">
                <a:solidFill>
                  <a:srgbClr val="211D2C"/>
                </a:solidFill>
                <a:latin typeface="Outfit"/>
                <a:ea typeface="Outfit"/>
                <a:cs typeface="Outfit"/>
              </a:rPr>
              <a:t> </a:t>
            </a:r>
            <a:r>
              <a:rPr sz="2138" dirty="0" err="1">
                <a:solidFill>
                  <a:srgbClr val="211D2C"/>
                </a:solidFill>
                <a:latin typeface="Outfit"/>
                <a:ea typeface="Outfit"/>
                <a:cs typeface="Outfit"/>
              </a:rPr>
              <a:t>cubre</a:t>
            </a:r>
            <a:r>
              <a:rPr sz="2138" dirty="0">
                <a:solidFill>
                  <a:srgbClr val="211D2C"/>
                </a:solidFill>
                <a:latin typeface="Outfit"/>
                <a:ea typeface="Outfit"/>
                <a:cs typeface="Outfit"/>
              </a:rPr>
              <a:t> </a:t>
            </a:r>
            <a:r>
              <a:rPr sz="2138" dirty="0" err="1">
                <a:solidFill>
                  <a:srgbClr val="211D2C"/>
                </a:solidFill>
                <a:latin typeface="Outfit"/>
                <a:ea typeface="Outfit"/>
                <a:cs typeface="Outfit"/>
              </a:rPr>
              <a:t>ciclos</a:t>
            </a:r>
            <a:r>
              <a:rPr sz="2138" dirty="0">
                <a:solidFill>
                  <a:srgbClr val="211D2C"/>
                </a:solidFill>
                <a:latin typeface="Outfit"/>
                <a:ea typeface="Outfit"/>
                <a:cs typeface="Outfit"/>
              </a:rPr>
              <a:t> </a:t>
            </a:r>
            <a:r>
              <a:rPr sz="2138" dirty="0" err="1">
                <a:solidFill>
                  <a:srgbClr val="211D2C"/>
                </a:solidFill>
                <a:latin typeface="Outfit"/>
                <a:ea typeface="Outfit"/>
                <a:cs typeface="Outfit"/>
              </a:rPr>
              <a:t>mensuales</a:t>
            </a:r>
            <a:r>
              <a:rPr sz="2138" dirty="0">
                <a:solidFill>
                  <a:srgbClr val="211D2C"/>
                </a:solidFill>
                <a:latin typeface="Outfit"/>
                <a:ea typeface="Outfit"/>
                <a:cs typeface="Outfit"/>
              </a:rPr>
              <a:t> y </a:t>
            </a:r>
            <a:r>
              <a:rPr sz="2138" dirty="0" err="1">
                <a:solidFill>
                  <a:srgbClr val="211D2C"/>
                </a:solidFill>
                <a:latin typeface="Outfit"/>
                <a:ea typeface="Outfit"/>
                <a:cs typeface="Outfit"/>
              </a:rPr>
              <a:t>fechas</a:t>
            </a:r>
            <a:r>
              <a:rPr sz="2138" dirty="0">
                <a:solidFill>
                  <a:srgbClr val="211D2C"/>
                </a:solidFill>
                <a:latin typeface="Outfit"/>
                <a:ea typeface="Outfit"/>
                <a:cs typeface="Outfit"/>
              </a:rPr>
              <a:t> a </a:t>
            </a:r>
            <a:r>
              <a:rPr sz="2138" dirty="0" err="1">
                <a:solidFill>
                  <a:srgbClr val="211D2C"/>
                </a:solidFill>
                <a:latin typeface="Outfit"/>
                <a:ea typeface="Outfit"/>
                <a:cs typeface="Outfit"/>
              </a:rPr>
              <a:t>nivel</a:t>
            </a:r>
            <a:r>
              <a:rPr sz="2138" dirty="0">
                <a:solidFill>
                  <a:srgbClr val="211D2C"/>
                </a:solidFill>
                <a:latin typeface="Outfit"/>
                <a:ea typeface="Outfit"/>
                <a:cs typeface="Outfit"/>
              </a:rPr>
              <a:t> de día.</a:t>
            </a:r>
          </a:p>
        </p:txBody>
      </p:sp>
      <p:sp>
        <p:nvSpPr>
          <p:cNvPr id="17" name="Elipse 16">
            <a:extLst>
              <a:ext uri="{FF2B5EF4-FFF2-40B4-BE49-F238E27FC236}">
                <a16:creationId xmlns:a16="http://schemas.microsoft.com/office/drawing/2014/main" id="{7285B74F-D711-4BFB-B21C-06EDDE0D91E6}"/>
              </a:ext>
            </a:extLst>
          </p:cNvPr>
          <p:cNvSpPr>
            <a:spLocks noGrp="1"/>
          </p:cNvSpPr>
          <p:nvPr/>
        </p:nvSpPr>
        <p:spPr>
          <a:xfrm>
            <a:off x="9944101" y="4972051"/>
            <a:ext cx="214313" cy="214313"/>
          </a:xfrm>
          <a:prstGeom prst="ellipse">
            <a:avLst/>
          </a:prstGeom>
          <a:solidFill>
            <a:srgbClr val="F2A900"/>
          </a:solidFill>
          <a:ln w="0">
            <a:solidFill>
              <a:srgbClr val="F2A900"/>
            </a:solidFill>
            <a:prstDash val="solid"/>
          </a:ln>
        </p:spPr>
        <p:txBody>
          <a:bodyPr/>
          <a:lstStyle/>
          <a:p>
            <a:endParaRPr lang="es-ES" sz="2700"/>
          </a:p>
        </p:txBody>
      </p:sp>
      <p:sp>
        <p:nvSpPr>
          <p:cNvPr id="18" name="Rectángulo 17">
            <a:extLst>
              <a:ext uri="{FF2B5EF4-FFF2-40B4-BE49-F238E27FC236}">
                <a16:creationId xmlns:a16="http://schemas.microsoft.com/office/drawing/2014/main" id="{D26103E5-C80F-48B8-922A-773281AA5B4D}"/>
              </a:ext>
            </a:extLst>
          </p:cNvPr>
          <p:cNvSpPr>
            <a:spLocks noGrp="1"/>
          </p:cNvSpPr>
          <p:nvPr/>
        </p:nvSpPr>
        <p:spPr>
          <a:xfrm>
            <a:off x="10401300" y="4857750"/>
            <a:ext cx="6315075" cy="1171575"/>
          </a:xfrm>
          <a:prstGeom prst="rect">
            <a:avLst/>
          </a:prstGeom>
          <a:noFill/>
          <a:ln w="0">
            <a:noFill/>
            <a:prstDash val="solid"/>
          </a:ln>
        </p:spPr>
        <p:txBody>
          <a:bodyPr wrap="square" lIns="57150" tIns="28575" rIns="57150" bIns="28575" anchor="t">
            <a:normAutofit/>
          </a:bodyPr>
          <a:lstStyle/>
          <a:p>
            <a:pPr algn="l">
              <a:defRPr sz="1425" b="0">
                <a:solidFill>
                  <a:srgbClr val="211D2C"/>
                </a:solidFill>
                <a:latin typeface="Outfit"/>
                <a:ea typeface="Outfit"/>
                <a:cs typeface="Outfit"/>
              </a:defRPr>
            </a:pPr>
            <a:r>
              <a:rPr sz="2138">
                <a:solidFill>
                  <a:srgbClr val="211D2C"/>
                </a:solidFill>
                <a:latin typeface="Outfit"/>
                <a:ea typeface="Outfit"/>
                <a:cs typeface="Outfit"/>
              </a:rPr>
              <a:t>Los datos históricos o sintéticos necesitan una validación posterior a la carga.</a:t>
            </a:r>
          </a:p>
        </p:txBody>
      </p:sp>
      <p:sp>
        <p:nvSpPr>
          <p:cNvPr id="19" name="Elipse 18">
            <a:extLst>
              <a:ext uri="{FF2B5EF4-FFF2-40B4-BE49-F238E27FC236}">
                <a16:creationId xmlns:a16="http://schemas.microsoft.com/office/drawing/2014/main" id="{319F67D7-2073-44F3-907F-8B8B742FD043}"/>
              </a:ext>
            </a:extLst>
          </p:cNvPr>
          <p:cNvSpPr>
            <a:spLocks noGrp="1"/>
          </p:cNvSpPr>
          <p:nvPr/>
        </p:nvSpPr>
        <p:spPr>
          <a:xfrm>
            <a:off x="9944101" y="6457951"/>
            <a:ext cx="214313" cy="214313"/>
          </a:xfrm>
          <a:prstGeom prst="ellipse">
            <a:avLst/>
          </a:prstGeom>
          <a:solidFill>
            <a:srgbClr val="F2A900"/>
          </a:solidFill>
          <a:ln w="0">
            <a:solidFill>
              <a:srgbClr val="F2A900"/>
            </a:solidFill>
            <a:prstDash val="solid"/>
          </a:ln>
        </p:spPr>
        <p:txBody>
          <a:bodyPr/>
          <a:lstStyle/>
          <a:p>
            <a:endParaRPr lang="es-ES" sz="2700"/>
          </a:p>
        </p:txBody>
      </p:sp>
      <p:sp>
        <p:nvSpPr>
          <p:cNvPr id="20" name="Rectángulo 19">
            <a:extLst>
              <a:ext uri="{FF2B5EF4-FFF2-40B4-BE49-F238E27FC236}">
                <a16:creationId xmlns:a16="http://schemas.microsoft.com/office/drawing/2014/main" id="{05733F8D-DFEE-45BF-BDCF-91B0B95A8583}"/>
              </a:ext>
            </a:extLst>
          </p:cNvPr>
          <p:cNvSpPr>
            <a:spLocks noGrp="1"/>
          </p:cNvSpPr>
          <p:nvPr/>
        </p:nvSpPr>
        <p:spPr>
          <a:xfrm>
            <a:off x="10401300" y="6343650"/>
            <a:ext cx="6315075" cy="1171575"/>
          </a:xfrm>
          <a:prstGeom prst="rect">
            <a:avLst/>
          </a:prstGeom>
          <a:noFill/>
          <a:ln w="0">
            <a:noFill/>
            <a:prstDash val="solid"/>
          </a:ln>
        </p:spPr>
        <p:txBody>
          <a:bodyPr wrap="square" lIns="57150" tIns="28575" rIns="57150" bIns="28575" anchor="t">
            <a:normAutofit fontScale="92500"/>
          </a:bodyPr>
          <a:lstStyle/>
          <a:p>
            <a:pPr algn="just">
              <a:defRPr sz="1425" b="0">
                <a:solidFill>
                  <a:srgbClr val="211D2C"/>
                </a:solidFill>
                <a:latin typeface="Outfit"/>
                <a:ea typeface="Outfit"/>
                <a:cs typeface="Outfit"/>
              </a:defRPr>
            </a:pPr>
            <a:r>
              <a:rPr lang="es-ES" sz="2138" dirty="0">
                <a:solidFill>
                  <a:srgbClr val="211D2C"/>
                </a:solidFill>
                <a:latin typeface="Outfit"/>
                <a:ea typeface="Outfit"/>
                <a:cs typeface="Outfit"/>
              </a:rPr>
              <a:t>Las restricciones (</a:t>
            </a:r>
            <a:r>
              <a:rPr lang="es-ES" sz="2138" b="1" dirty="0">
                <a:solidFill>
                  <a:srgbClr val="211D2C"/>
                </a:solidFill>
                <a:latin typeface="Outfit"/>
                <a:ea typeface="Outfit"/>
                <a:cs typeface="Outfit"/>
              </a:rPr>
              <a:t>CHECK CONSTRAINT</a:t>
            </a:r>
            <a:r>
              <a:rPr lang="es-ES" sz="2138" dirty="0">
                <a:solidFill>
                  <a:srgbClr val="211D2C"/>
                </a:solidFill>
                <a:latin typeface="Outfit"/>
                <a:ea typeface="Outfit"/>
                <a:cs typeface="Outfit"/>
              </a:rPr>
              <a:t>) previenen errores en nuevas cargas, pero no sustituyen esta validación. Dependen del conocimiento del origen.</a:t>
            </a:r>
            <a:endParaRPr sz="2138" dirty="0">
              <a:solidFill>
                <a:srgbClr val="211D2C"/>
              </a:solidFill>
              <a:latin typeface="Outfit"/>
              <a:ea typeface="Outfit"/>
              <a:cs typeface="Outfit"/>
            </a:endParaRPr>
          </a:p>
        </p:txBody>
      </p:sp>
      <p:sp>
        <p:nvSpPr>
          <p:cNvPr id="21" name="Conector recto 20">
            <a:extLst>
              <a:ext uri="{FF2B5EF4-FFF2-40B4-BE49-F238E27FC236}">
                <a16:creationId xmlns:a16="http://schemas.microsoft.com/office/drawing/2014/main" id="{12ED77F8-F83E-4434-86C0-2F3DB5D0D7BB}"/>
              </a:ext>
            </a:extLst>
          </p:cNvPr>
          <p:cNvSpPr>
            <a:spLocks noGrp="1"/>
          </p:cNvSpPr>
          <p:nvPr/>
        </p:nvSpPr>
        <p:spPr>
          <a:xfrm>
            <a:off x="9144000" y="3200400"/>
            <a:ext cx="0" cy="4486275"/>
          </a:xfrm>
          <a:prstGeom prst="line">
            <a:avLst/>
          </a:prstGeom>
          <a:noFill/>
          <a:ln w="13335">
            <a:solidFill>
              <a:srgbClr val="C9B9EC"/>
            </a:solidFill>
            <a:prstDash val="solid"/>
          </a:ln>
        </p:spPr>
        <p:txBody>
          <a:bodyPr/>
          <a:lstStyle/>
          <a:p>
            <a:endParaRPr lang="es-ES" sz="2700"/>
          </a:p>
        </p:txBody>
      </p:sp>
      <p:sp>
        <p:nvSpPr>
          <p:cNvPr id="22" name="Rectángulo: esquinas redondeadas 21">
            <a:extLst>
              <a:ext uri="{FF2B5EF4-FFF2-40B4-BE49-F238E27FC236}">
                <a16:creationId xmlns:a16="http://schemas.microsoft.com/office/drawing/2014/main" id="{53B8557F-E1BA-4CB7-BEE1-E3C48FB52A8C}"/>
              </a:ext>
            </a:extLst>
          </p:cNvPr>
          <p:cNvSpPr>
            <a:spLocks noGrp="1"/>
          </p:cNvSpPr>
          <p:nvPr/>
        </p:nvSpPr>
        <p:spPr>
          <a:xfrm>
            <a:off x="2714625" y="8001000"/>
            <a:ext cx="12858750" cy="828675"/>
          </a:xfrm>
          <a:prstGeom prst="roundRect">
            <a:avLst>
              <a:gd name="adj" fmla="val 20690"/>
            </a:avLst>
          </a:prstGeom>
          <a:solidFill>
            <a:srgbClr val="EFE9FF"/>
          </a:solidFill>
          <a:ln w="10478">
            <a:solidFill>
              <a:srgbClr val="C5B2F0"/>
            </a:solidFill>
            <a:prstDash val="solid"/>
          </a:ln>
        </p:spPr>
        <p:txBody>
          <a:bodyPr/>
          <a:lstStyle/>
          <a:p>
            <a:endParaRPr lang="es-ES" sz="2700"/>
          </a:p>
        </p:txBody>
      </p:sp>
      <p:sp>
        <p:nvSpPr>
          <p:cNvPr id="23" name="Rectángulo 22">
            <a:extLst>
              <a:ext uri="{FF2B5EF4-FFF2-40B4-BE49-F238E27FC236}">
                <a16:creationId xmlns:a16="http://schemas.microsoft.com/office/drawing/2014/main" id="{03670AB4-BD80-40F6-846A-7A99BC2C99AB}"/>
              </a:ext>
            </a:extLst>
          </p:cNvPr>
          <p:cNvSpPr>
            <a:spLocks noGrp="1"/>
          </p:cNvSpPr>
          <p:nvPr/>
        </p:nvSpPr>
        <p:spPr>
          <a:xfrm>
            <a:off x="3057525" y="8143875"/>
            <a:ext cx="12172950" cy="542925"/>
          </a:xfrm>
          <a:prstGeom prst="rect">
            <a:avLst/>
          </a:prstGeom>
          <a:noFill/>
          <a:ln w="0">
            <a:noFill/>
            <a:prstDash val="solid"/>
          </a:ln>
        </p:spPr>
        <p:txBody>
          <a:bodyPr wrap="square" lIns="57150" tIns="28575" rIns="57150" bIns="28575" anchor="ctr">
            <a:normAutofit/>
          </a:bodyPr>
          <a:lstStyle/>
          <a:p>
            <a:pPr algn="ctr">
              <a:defRPr sz="1725" b="1">
                <a:solidFill>
                  <a:srgbClr val="0B1A63"/>
                </a:solidFill>
                <a:latin typeface="Outfit"/>
                <a:ea typeface="Outfit"/>
                <a:cs typeface="Outfit"/>
              </a:defRPr>
            </a:pPr>
            <a:r>
              <a:rPr sz="2588" b="1">
                <a:solidFill>
                  <a:srgbClr val="0B1A63"/>
                </a:solidFill>
                <a:latin typeface="Outfit"/>
                <a:ea typeface="Outfit"/>
                <a:cs typeface="Outfit"/>
              </a:rPr>
              <a:t>La validación complementa la prevención. No la sustituye.</a:t>
            </a:r>
          </a:p>
        </p:txBody>
      </p:sp>
    </p:spTree>
    <p:extLst>
      <p:ext uri="{BB962C8B-B14F-4D97-AF65-F5344CB8AC3E}">
        <p14:creationId xmlns:p14="http://schemas.microsoft.com/office/powerpoint/2010/main" val="137979276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7">
    <p:bg>
      <p:bgPr>
        <a:solidFill>
          <a:srgbClr val="E0A526"/>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10000"/>
          </a:blip>
          <a:stretch>
            <a:fillRect/>
          </a:stretch>
        </p:blipFill>
        <p:spPr>
          <a:xfrm>
            <a:off x="-2081011" y="-1525508"/>
            <a:ext cx="7238910" cy="7238910"/>
          </a:xfrm>
          <a:prstGeom prst="rect">
            <a:avLst/>
          </a:prstGeom>
        </p:spPr>
      </p:pic>
      <p:sp>
        <p:nvSpPr>
          <p:cNvPr id="3" name="Text 0"/>
          <p:cNvSpPr/>
          <p:nvPr/>
        </p:nvSpPr>
        <p:spPr>
          <a:xfrm>
            <a:off x="673633" y="1058345"/>
            <a:ext cx="6958444" cy="417662"/>
          </a:xfrm>
          <a:prstGeom prst="rect">
            <a:avLst/>
          </a:prstGeom>
          <a:noFill/>
          <a:ln/>
        </p:spPr>
        <p:txBody>
          <a:bodyPr wrap="square" lIns="25400" tIns="25400" rIns="25400" bIns="25400" rtlCol="0" anchor="t">
            <a:noAutofit/>
          </a:bodyPr>
          <a:lstStyle/>
          <a:p>
            <a:pPr marL="0" indent="0" algn="l">
              <a:buNone/>
            </a:pPr>
            <a:r>
              <a:rPr lang="en-US" sz="3200" b="1" kern="0" spc="495" dirty="0">
                <a:solidFill>
                  <a:srgbClr val="6B3FA8"/>
                </a:solidFill>
                <a:latin typeface="JetBrains Mono" pitchFamily="34" charset="0"/>
                <a:ea typeface="JetBrains Mono" pitchFamily="34" charset="-122"/>
                <a:cs typeface="JetBrains Mono" pitchFamily="34" charset="-120"/>
              </a:rPr>
              <a:t>MADRIDEJOS · 25-26 SEP 2026</a:t>
            </a:r>
            <a:endParaRPr lang="en-US" sz="3200" b="1" dirty="0"/>
          </a:p>
        </p:txBody>
      </p:sp>
      <p:sp>
        <p:nvSpPr>
          <p:cNvPr id="5" name="Text 1"/>
          <p:cNvSpPr/>
          <p:nvPr/>
        </p:nvSpPr>
        <p:spPr>
          <a:xfrm>
            <a:off x="826032" y="5313941"/>
            <a:ext cx="17811848" cy="1395413"/>
          </a:xfrm>
          <a:prstGeom prst="rect">
            <a:avLst/>
          </a:prstGeom>
          <a:noFill/>
          <a:ln/>
        </p:spPr>
        <p:txBody>
          <a:bodyPr wrap="square" lIns="25400" tIns="25400" rIns="25400" bIns="25400" rtlCol="0" anchor="t">
            <a:normAutofit/>
          </a:bodyPr>
          <a:lstStyle/>
          <a:p>
            <a:pPr marL="0" indent="0" algn="l">
              <a:lnSpc>
                <a:spcPct val="75284"/>
              </a:lnSpc>
              <a:buNone/>
            </a:pPr>
            <a:r>
              <a:rPr lang="en-US" sz="11250" b="1" kern="0" spc="-337" dirty="0">
                <a:solidFill>
                  <a:srgbClr val="211E2B"/>
                </a:solidFill>
                <a:latin typeface="Outfit" pitchFamily="34" charset="0"/>
                <a:ea typeface="Outfit" pitchFamily="34" charset="-122"/>
                <a:cs typeface="Outfit" pitchFamily="34" charset="-120"/>
              </a:rPr>
              <a:t>¡Gracias!</a:t>
            </a:r>
            <a:endParaRPr lang="en-US" sz="11250" dirty="0"/>
          </a:p>
        </p:txBody>
      </p:sp>
      <p:sp>
        <p:nvSpPr>
          <p:cNvPr id="6" name="Text 2"/>
          <p:cNvSpPr/>
          <p:nvPr/>
        </p:nvSpPr>
        <p:spPr>
          <a:xfrm>
            <a:off x="981896" y="7021241"/>
            <a:ext cx="11772900" cy="987006"/>
          </a:xfrm>
          <a:prstGeom prst="rect">
            <a:avLst/>
          </a:prstGeom>
          <a:noFill/>
          <a:ln/>
        </p:spPr>
        <p:txBody>
          <a:bodyPr wrap="square" lIns="25400" tIns="25400" rIns="25400" bIns="25400" rtlCol="0" anchor="t">
            <a:normAutofit/>
          </a:bodyPr>
          <a:lstStyle/>
          <a:p>
            <a:pPr marL="0" indent="0" algn="l">
              <a:buNone/>
            </a:pPr>
            <a:r>
              <a:rPr lang="en-US" sz="3000" dirty="0">
                <a:solidFill>
                  <a:srgbClr val="211E2B">
                    <a:alpha val="75000"/>
                  </a:srgbClr>
                </a:solidFill>
                <a:latin typeface="Outfit" pitchFamily="34" charset="0"/>
                <a:ea typeface="Outfit" pitchFamily="34" charset="-122"/>
                <a:cs typeface="Outfit" pitchFamily="34" charset="-120"/>
              </a:rPr>
              <a:t>A quienes ponen las sesiones, a quienes las escuchan, al pueblo que nos acoge y a los patrocinadores que lo hacen gratuito.</a:t>
            </a:r>
            <a:endParaRPr lang="en-US" sz="3000" dirty="0"/>
          </a:p>
        </p:txBody>
      </p:sp>
      <p:sp>
        <p:nvSpPr>
          <p:cNvPr id="7" name="Text 3"/>
          <p:cNvSpPr/>
          <p:nvPr/>
        </p:nvSpPr>
        <p:spPr>
          <a:xfrm>
            <a:off x="1047705" y="8859733"/>
            <a:ext cx="10748433" cy="417662"/>
          </a:xfrm>
          <a:prstGeom prst="rect">
            <a:avLst/>
          </a:prstGeom>
          <a:noFill/>
          <a:ln/>
        </p:spPr>
        <p:txBody>
          <a:bodyPr wrap="square" lIns="25400" tIns="25400" rIns="25400" bIns="25400" rtlCol="0" anchor="t">
            <a:normAutofit/>
          </a:bodyPr>
          <a:lstStyle/>
          <a:p>
            <a:pPr marL="0" indent="0" algn="l">
              <a:buNone/>
            </a:pPr>
            <a:r>
              <a:rPr lang="en-US" sz="2250" dirty="0">
                <a:solidFill>
                  <a:srgbClr val="211E2B"/>
                </a:solidFill>
                <a:latin typeface="JetBrains Mono" pitchFamily="34" charset="0"/>
                <a:ea typeface="JetBrains Mono" pitchFamily="34" charset="-122"/>
                <a:cs typeface="JetBrains Mono" pitchFamily="34" charset="-120"/>
              </a:rPr>
              <a:t>#techenelpueblo · #somoscomunidad · #ppwclm · #madridejos</a:t>
            </a:r>
            <a:endParaRPr lang="en-US" sz="2250" dirty="0"/>
          </a:p>
        </p:txBody>
      </p:sp>
      <p:sp>
        <p:nvSpPr>
          <p:cNvPr id="8" name="Text 4"/>
          <p:cNvSpPr/>
          <p:nvPr/>
        </p:nvSpPr>
        <p:spPr>
          <a:xfrm>
            <a:off x="13297485" y="8859733"/>
            <a:ext cx="4337092" cy="417662"/>
          </a:xfrm>
          <a:prstGeom prst="rect">
            <a:avLst/>
          </a:prstGeom>
          <a:noFill/>
          <a:ln/>
        </p:spPr>
        <p:txBody>
          <a:bodyPr wrap="square" lIns="25400" tIns="25400" rIns="25400" bIns="25400" rtlCol="0" anchor="t">
            <a:noAutofit/>
          </a:bodyPr>
          <a:lstStyle/>
          <a:p>
            <a:pPr marL="0" indent="0" algn="l">
              <a:buNone/>
            </a:pPr>
            <a:r>
              <a:rPr lang="en-US" sz="2800" b="1" dirty="0">
                <a:solidFill>
                  <a:srgbClr val="6B3FA8"/>
                </a:solidFill>
                <a:latin typeface="JetBrains Mono" pitchFamily="34" charset="0"/>
                <a:ea typeface="JetBrains Mono" pitchFamily="34" charset="-122"/>
                <a:cs typeface="JetBrains Mono" pitchFamily="34" charset="-120"/>
              </a:rPr>
              <a:t>Nos vemos </a:t>
            </a:r>
            <a:r>
              <a:rPr lang="en-US" sz="2800" b="1" dirty="0" err="1">
                <a:solidFill>
                  <a:srgbClr val="6B3FA8"/>
                </a:solidFill>
                <a:latin typeface="JetBrains Mono" pitchFamily="34" charset="0"/>
                <a:ea typeface="JetBrains Mono" pitchFamily="34" charset="-122"/>
                <a:cs typeface="JetBrains Mono" pitchFamily="34" charset="-120"/>
              </a:rPr>
              <a:t>en</a:t>
            </a:r>
            <a:r>
              <a:rPr lang="en-US" sz="2800" b="1" dirty="0">
                <a:solidFill>
                  <a:srgbClr val="6B3FA8"/>
                </a:solidFill>
                <a:latin typeface="JetBrains Mono" pitchFamily="34" charset="0"/>
                <a:ea typeface="JetBrains Mono" pitchFamily="34" charset="-122"/>
                <a:cs typeface="JetBrains Mono" pitchFamily="34" charset="-120"/>
              </a:rPr>
              <a:t> 2027</a:t>
            </a:r>
            <a:endParaRPr lang="en-US" sz="2800" b="1" dirty="0"/>
          </a:p>
        </p:txBody>
      </p:sp>
      <p:pic>
        <p:nvPicPr>
          <p:cNvPr id="9" name="Imagen 8">
            <a:extLst>
              <a:ext uri="{FF2B5EF4-FFF2-40B4-BE49-F238E27FC236}">
                <a16:creationId xmlns:a16="http://schemas.microsoft.com/office/drawing/2014/main" id="{14AF049C-2FE7-2591-A54E-4C42FBEE5182}"/>
              </a:ext>
            </a:extLst>
          </p:cNvPr>
          <p:cNvPicPr>
            <a:picLocks noChangeAspect="1"/>
          </p:cNvPicPr>
          <p:nvPr/>
        </p:nvPicPr>
        <p:blipFill>
          <a:blip r:embed="rId4"/>
          <a:srcRect l="24329" t="45931" r="24683" b="11804"/>
          <a:stretch>
            <a:fillRect/>
          </a:stretch>
        </p:blipFill>
        <p:spPr>
          <a:xfrm>
            <a:off x="10820964" y="1892981"/>
            <a:ext cx="3487602" cy="3314878"/>
          </a:xfrm>
          <a:prstGeom prst="rect">
            <a:avLst/>
          </a:prstGeom>
        </p:spPr>
      </p:pic>
      <p:sp>
        <p:nvSpPr>
          <p:cNvPr id="15" name="Text 4">
            <a:extLst>
              <a:ext uri="{FF2B5EF4-FFF2-40B4-BE49-F238E27FC236}">
                <a16:creationId xmlns:a16="http://schemas.microsoft.com/office/drawing/2014/main" id="{AD0C9B4F-A870-453E-859A-426630DDB387}"/>
              </a:ext>
            </a:extLst>
          </p:cNvPr>
          <p:cNvSpPr/>
          <p:nvPr/>
        </p:nvSpPr>
        <p:spPr>
          <a:xfrm>
            <a:off x="11576198" y="1267176"/>
            <a:ext cx="4337092" cy="417662"/>
          </a:xfrm>
          <a:prstGeom prst="rect">
            <a:avLst/>
          </a:prstGeom>
          <a:noFill/>
          <a:ln/>
        </p:spPr>
        <p:txBody>
          <a:bodyPr wrap="square" lIns="25400" tIns="25400" rIns="25400" bIns="25400" rtlCol="0" anchor="t">
            <a:noAutofit/>
          </a:bodyPr>
          <a:lstStyle/>
          <a:p>
            <a:pPr marL="0" indent="0" algn="l">
              <a:buNone/>
            </a:pPr>
            <a:r>
              <a:rPr lang="en-US" sz="2800" b="1" dirty="0" err="1">
                <a:solidFill>
                  <a:srgbClr val="6B3FA8"/>
                </a:solidFill>
                <a:latin typeface="JetBrains Mono" pitchFamily="34" charset="0"/>
                <a:ea typeface="JetBrains Mono" pitchFamily="34" charset="-122"/>
              </a:rPr>
              <a:t>Linkedin</a:t>
            </a:r>
            <a:endParaRPr lang="en-US" sz="2800" b="1" dirty="0"/>
          </a:p>
        </p:txBody>
      </p:sp>
    </p:spTree>
  </p:cSld>
  <p:clrMapOvr>
    <a:masterClrMapping/>
  </p:clrMapOvr>
</p:sld>
</file>

<file path=ppt/theme/theme1.xml><?xml version="1.0" encoding="utf-8"?>
<a:theme xmlns:a="http://schemas.openxmlformats.org/drawingml/2006/main" name="Office 2013 - Tema de 2022">
  <a:themeElements>
    <a:clrScheme name="Office 2013 - Tema de 2022">
      <a:dk1>
        <a:sysClr val="windowText" lastClr="000000"/>
      </a:dk1>
      <a:lt1>
        <a:sysClr val="window" lastClr="FFFFFF"/>
      </a:lt1>
      <a:dk2>
        <a:srgbClr val="44546A"/>
      </a:dk2>
      <a:lt2>
        <a:srgbClr val="E7E6E6"/>
      </a:lt2>
      <a:accent1>
        <a:srgbClr val="1D9A78"/>
      </a:accent1>
      <a:accent2>
        <a:srgbClr val="8BC145"/>
      </a:accent2>
      <a:accent3>
        <a:srgbClr val="36AFCE"/>
      </a:accent3>
      <a:accent4>
        <a:srgbClr val="1D6FA9"/>
      </a:accent4>
      <a:accent5>
        <a:srgbClr val="B74919"/>
      </a:accent5>
      <a:accent6>
        <a:srgbClr val="F19D19"/>
      </a:accent6>
      <a:hlink>
        <a:srgbClr val="0563C1"/>
      </a:hlink>
      <a:folHlink>
        <a:srgbClr val="954F72"/>
      </a:folHlink>
    </a:clrScheme>
    <a:fontScheme name="Office 2013 - Tema de 2022">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Tema de 2022">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AE6F2518-B084-4896-AF52-66CC2144AA26}"/>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2013 - 2022 Theme</Template>
  <TotalTime>3764</TotalTime>
  <Words>1409</Words>
  <Application>Microsoft Office PowerPoint</Application>
  <PresentationFormat>Personalizado</PresentationFormat>
  <Paragraphs>194</Paragraphs>
  <Slides>22</Slides>
  <Notes>22</Notes>
  <HiddenSlides>0</HiddenSlides>
  <MMClips>0</MMClips>
  <ScaleCrop>false</ScaleCrop>
  <HeadingPairs>
    <vt:vector size="6" baseType="variant">
      <vt:variant>
        <vt:lpstr>Fuentes usadas</vt:lpstr>
      </vt:variant>
      <vt:variant>
        <vt:i4>7</vt:i4>
      </vt:variant>
      <vt:variant>
        <vt:lpstr>Tema</vt:lpstr>
      </vt:variant>
      <vt:variant>
        <vt:i4>1</vt:i4>
      </vt:variant>
      <vt:variant>
        <vt:lpstr>Títulos de diapositiva</vt:lpstr>
      </vt:variant>
      <vt:variant>
        <vt:i4>22</vt:i4>
      </vt:variant>
    </vt:vector>
  </HeadingPairs>
  <TitlesOfParts>
    <vt:vector size="30" baseType="lpstr">
      <vt:lpstr>JetBrains Mono</vt:lpstr>
      <vt:lpstr>Arial</vt:lpstr>
      <vt:lpstr>Calibri</vt:lpstr>
      <vt:lpstr>Outfit</vt:lpstr>
      <vt:lpstr>Calibri Light</vt:lpstr>
      <vt:lpstr>Montserrat Black</vt:lpstr>
      <vt:lpstr>Montserrat Medium</vt:lpstr>
      <vt:lpstr>Office 2013 - Tema de 2022</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Juan ignacio martin viveros</cp:lastModifiedBy>
  <cp:revision>88</cp:revision>
  <dcterms:created xsi:type="dcterms:W3CDTF">2026-08-26T05:47:19Z</dcterms:created>
  <dcterms:modified xsi:type="dcterms:W3CDTF">2026-09-24T19:14:28Z</dcterms:modified>
</cp:coreProperties>
</file>